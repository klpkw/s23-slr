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1" d="100"/>
          <a:sy n="81" d="100"/>
        </p:scale>
        <p:origin x="96" y="52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D2A3B27-33BB-4E28-89B5-91FFBD9102AD}"/>
              </a:ext>
            </a:extLst>
          </p:cNvPr>
          <p:cNvSpPr>
            <a:spLocks noGrp="1"/>
          </p:cNvSpPr>
          <p:nvPr>
            <p:ph type="ctrTitle"/>
          </p:nvPr>
        </p:nvSpPr>
        <p:spPr>
          <a:xfrm>
            <a:off x="1524000" y="1122363"/>
            <a:ext cx="9144000" cy="2387600"/>
          </a:xfrm>
        </p:spPr>
        <p:txBody>
          <a:bodyPr anchor="b"/>
          <a:lstStyle>
            <a:lvl1pPr algn="ctr">
              <a:defRPr sz="6000"/>
            </a:lvl1pPr>
          </a:lstStyle>
          <a:p>
            <a:r>
              <a:rPr lang="ru-RU"/>
              <a:t>Образец заголовка</a:t>
            </a:r>
          </a:p>
        </p:txBody>
      </p:sp>
      <p:sp>
        <p:nvSpPr>
          <p:cNvPr id="3" name="Подзаголовок 2">
            <a:extLst>
              <a:ext uri="{FF2B5EF4-FFF2-40B4-BE49-F238E27FC236}">
                <a16:creationId xmlns:a16="http://schemas.microsoft.com/office/drawing/2014/main" id="{A90E75B5-C358-434F-ADDE-8260745AA91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p>
        </p:txBody>
      </p:sp>
      <p:sp>
        <p:nvSpPr>
          <p:cNvPr id="4" name="Дата 3">
            <a:extLst>
              <a:ext uri="{FF2B5EF4-FFF2-40B4-BE49-F238E27FC236}">
                <a16:creationId xmlns:a16="http://schemas.microsoft.com/office/drawing/2014/main" id="{93CAB0C2-EEB3-4537-B2FB-D4C1D8ED3355}"/>
              </a:ext>
            </a:extLst>
          </p:cNvPr>
          <p:cNvSpPr>
            <a:spLocks noGrp="1"/>
          </p:cNvSpPr>
          <p:nvPr>
            <p:ph type="dt" sz="half" idx="10"/>
          </p:nvPr>
        </p:nvSpPr>
        <p:spPr/>
        <p:txBody>
          <a:bodyPr/>
          <a:lstStyle/>
          <a:p>
            <a:fld id="{615D744C-B603-43BF-A8E5-372F3A2D81F7}" type="datetimeFigureOut">
              <a:rPr lang="ru-RU" smtClean="0"/>
              <a:t>30.03.2023</a:t>
            </a:fld>
            <a:endParaRPr lang="ru-RU"/>
          </a:p>
        </p:txBody>
      </p:sp>
      <p:sp>
        <p:nvSpPr>
          <p:cNvPr id="5" name="Нижний колонтитул 4">
            <a:extLst>
              <a:ext uri="{FF2B5EF4-FFF2-40B4-BE49-F238E27FC236}">
                <a16:creationId xmlns:a16="http://schemas.microsoft.com/office/drawing/2014/main" id="{0961B75A-4172-4742-BB70-C28B27076302}"/>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AFDED2AE-C63B-4C41-B2D0-9E6616974E32}"/>
              </a:ext>
            </a:extLst>
          </p:cNvPr>
          <p:cNvSpPr>
            <a:spLocks noGrp="1"/>
          </p:cNvSpPr>
          <p:nvPr>
            <p:ph type="sldNum" sz="quarter" idx="12"/>
          </p:nvPr>
        </p:nvSpPr>
        <p:spPr/>
        <p:txBody>
          <a:bodyPr/>
          <a:lstStyle/>
          <a:p>
            <a:fld id="{52EDAAA1-9062-435F-A24D-DC66AFBBA162}" type="slidenum">
              <a:rPr lang="ru-RU" smtClean="0"/>
              <a:t>‹#›</a:t>
            </a:fld>
            <a:endParaRPr lang="ru-RU"/>
          </a:p>
        </p:txBody>
      </p:sp>
    </p:spTree>
    <p:extLst>
      <p:ext uri="{BB962C8B-B14F-4D97-AF65-F5344CB8AC3E}">
        <p14:creationId xmlns:p14="http://schemas.microsoft.com/office/powerpoint/2010/main" val="17989229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48F2C76-D0D0-4D09-95EF-6377A185EB07}"/>
              </a:ext>
            </a:extLst>
          </p:cNvPr>
          <p:cNvSpPr>
            <a:spLocks noGrp="1"/>
          </p:cNvSpPr>
          <p:nvPr>
            <p:ph type="title"/>
          </p:nvPr>
        </p:nvSpPr>
        <p:spPr/>
        <p:txBody>
          <a:bodyPr/>
          <a:lstStyle/>
          <a:p>
            <a:r>
              <a:rPr lang="ru-RU"/>
              <a:t>Образец заголовка</a:t>
            </a:r>
          </a:p>
        </p:txBody>
      </p:sp>
      <p:sp>
        <p:nvSpPr>
          <p:cNvPr id="3" name="Объект 2">
            <a:extLst>
              <a:ext uri="{FF2B5EF4-FFF2-40B4-BE49-F238E27FC236}">
                <a16:creationId xmlns:a16="http://schemas.microsoft.com/office/drawing/2014/main" id="{39E35C9E-16D9-4EDA-BB9D-BD3D85BC06BE}"/>
              </a:ext>
            </a:extLst>
          </p:cNvPr>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40A08D3C-5753-4098-B137-A053B3D18600}"/>
              </a:ext>
            </a:extLst>
          </p:cNvPr>
          <p:cNvSpPr>
            <a:spLocks noGrp="1"/>
          </p:cNvSpPr>
          <p:nvPr>
            <p:ph type="dt" sz="half" idx="10"/>
          </p:nvPr>
        </p:nvSpPr>
        <p:spPr/>
        <p:txBody>
          <a:bodyPr/>
          <a:lstStyle/>
          <a:p>
            <a:fld id="{615D744C-B603-43BF-A8E5-372F3A2D81F7}" type="datetimeFigureOut">
              <a:rPr lang="ru-RU" smtClean="0"/>
              <a:t>30.03.2023</a:t>
            </a:fld>
            <a:endParaRPr lang="ru-RU"/>
          </a:p>
        </p:txBody>
      </p:sp>
      <p:sp>
        <p:nvSpPr>
          <p:cNvPr id="5" name="Нижний колонтитул 4">
            <a:extLst>
              <a:ext uri="{FF2B5EF4-FFF2-40B4-BE49-F238E27FC236}">
                <a16:creationId xmlns:a16="http://schemas.microsoft.com/office/drawing/2014/main" id="{7F1F775E-77BD-4391-A251-2045CB1952F1}"/>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27268C66-34D4-410F-9159-2428655F6871}"/>
              </a:ext>
            </a:extLst>
          </p:cNvPr>
          <p:cNvSpPr>
            <a:spLocks noGrp="1"/>
          </p:cNvSpPr>
          <p:nvPr>
            <p:ph type="sldNum" sz="quarter" idx="12"/>
          </p:nvPr>
        </p:nvSpPr>
        <p:spPr/>
        <p:txBody>
          <a:bodyPr/>
          <a:lstStyle/>
          <a:p>
            <a:fld id="{52EDAAA1-9062-435F-A24D-DC66AFBBA162}" type="slidenum">
              <a:rPr lang="ru-RU" smtClean="0"/>
              <a:t>‹#›</a:t>
            </a:fld>
            <a:endParaRPr lang="ru-RU"/>
          </a:p>
        </p:txBody>
      </p:sp>
    </p:spTree>
    <p:extLst>
      <p:ext uri="{BB962C8B-B14F-4D97-AF65-F5344CB8AC3E}">
        <p14:creationId xmlns:p14="http://schemas.microsoft.com/office/powerpoint/2010/main" val="30847235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66B53B3-06C5-43E6-8C04-E75F4D650642}"/>
              </a:ext>
            </a:extLst>
          </p:cNvPr>
          <p:cNvSpPr>
            <a:spLocks noGrp="1"/>
          </p:cNvSpPr>
          <p:nvPr>
            <p:ph type="title"/>
          </p:nvPr>
        </p:nvSpPr>
        <p:spPr>
          <a:xfrm>
            <a:off x="831850" y="1709738"/>
            <a:ext cx="10515600" cy="2852737"/>
          </a:xfrm>
        </p:spPr>
        <p:txBody>
          <a:bodyPr anchor="b"/>
          <a:lstStyle>
            <a:lvl1pPr>
              <a:defRPr sz="6000"/>
            </a:lvl1pPr>
          </a:lstStyle>
          <a:p>
            <a:r>
              <a:rPr lang="ru-RU"/>
              <a:t>Образец заголовка</a:t>
            </a:r>
          </a:p>
        </p:txBody>
      </p:sp>
      <p:sp>
        <p:nvSpPr>
          <p:cNvPr id="3" name="Текст 2">
            <a:extLst>
              <a:ext uri="{FF2B5EF4-FFF2-40B4-BE49-F238E27FC236}">
                <a16:creationId xmlns:a16="http://schemas.microsoft.com/office/drawing/2014/main" id="{7E169B16-6B61-4F63-B5B2-287414A6A23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a:t>Образец текста</a:t>
            </a:r>
          </a:p>
        </p:txBody>
      </p:sp>
      <p:sp>
        <p:nvSpPr>
          <p:cNvPr id="4" name="Дата 3">
            <a:extLst>
              <a:ext uri="{FF2B5EF4-FFF2-40B4-BE49-F238E27FC236}">
                <a16:creationId xmlns:a16="http://schemas.microsoft.com/office/drawing/2014/main" id="{B6A2B719-FB3D-4FD0-A502-0FF7D1DBAEE4}"/>
              </a:ext>
            </a:extLst>
          </p:cNvPr>
          <p:cNvSpPr>
            <a:spLocks noGrp="1"/>
          </p:cNvSpPr>
          <p:nvPr>
            <p:ph type="dt" sz="half" idx="10"/>
          </p:nvPr>
        </p:nvSpPr>
        <p:spPr/>
        <p:txBody>
          <a:bodyPr/>
          <a:lstStyle/>
          <a:p>
            <a:fld id="{615D744C-B603-43BF-A8E5-372F3A2D81F7}" type="datetimeFigureOut">
              <a:rPr lang="ru-RU" smtClean="0"/>
              <a:t>30.03.2023</a:t>
            </a:fld>
            <a:endParaRPr lang="ru-RU"/>
          </a:p>
        </p:txBody>
      </p:sp>
      <p:sp>
        <p:nvSpPr>
          <p:cNvPr id="5" name="Нижний колонтитул 4">
            <a:extLst>
              <a:ext uri="{FF2B5EF4-FFF2-40B4-BE49-F238E27FC236}">
                <a16:creationId xmlns:a16="http://schemas.microsoft.com/office/drawing/2014/main" id="{E1FE85A5-0934-4DA5-BD4D-9BD2238D8506}"/>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169D9FF7-8063-41F8-84BE-40628BB8DE93}"/>
              </a:ext>
            </a:extLst>
          </p:cNvPr>
          <p:cNvSpPr>
            <a:spLocks noGrp="1"/>
          </p:cNvSpPr>
          <p:nvPr>
            <p:ph type="sldNum" sz="quarter" idx="12"/>
          </p:nvPr>
        </p:nvSpPr>
        <p:spPr/>
        <p:txBody>
          <a:bodyPr/>
          <a:lstStyle/>
          <a:p>
            <a:fld id="{52EDAAA1-9062-435F-A24D-DC66AFBBA162}" type="slidenum">
              <a:rPr lang="ru-RU" smtClean="0"/>
              <a:t>‹#›</a:t>
            </a:fld>
            <a:endParaRPr lang="ru-RU"/>
          </a:p>
        </p:txBody>
      </p:sp>
    </p:spTree>
    <p:extLst>
      <p:ext uri="{BB962C8B-B14F-4D97-AF65-F5344CB8AC3E}">
        <p14:creationId xmlns:p14="http://schemas.microsoft.com/office/powerpoint/2010/main" val="20582216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78CD942-4636-4545-94EE-3E91F3981EE6}"/>
              </a:ext>
            </a:extLst>
          </p:cNvPr>
          <p:cNvSpPr>
            <a:spLocks noGrp="1"/>
          </p:cNvSpPr>
          <p:nvPr>
            <p:ph type="title"/>
          </p:nvPr>
        </p:nvSpPr>
        <p:spPr/>
        <p:txBody>
          <a:bodyPr/>
          <a:lstStyle/>
          <a:p>
            <a:r>
              <a:rPr lang="ru-RU"/>
              <a:t>Образец заголовка</a:t>
            </a:r>
          </a:p>
        </p:txBody>
      </p:sp>
      <p:sp>
        <p:nvSpPr>
          <p:cNvPr id="3" name="Объект 2">
            <a:extLst>
              <a:ext uri="{FF2B5EF4-FFF2-40B4-BE49-F238E27FC236}">
                <a16:creationId xmlns:a16="http://schemas.microsoft.com/office/drawing/2014/main" id="{43D1B07F-9618-47BC-9177-98604ABC25E4}"/>
              </a:ext>
            </a:extLst>
          </p:cNvPr>
          <p:cNvSpPr>
            <a:spLocks noGrp="1"/>
          </p:cNvSpPr>
          <p:nvPr>
            <p:ph sz="half" idx="1"/>
          </p:nvPr>
        </p:nvSpPr>
        <p:spPr>
          <a:xfrm>
            <a:off x="838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Объект 3">
            <a:extLst>
              <a:ext uri="{FF2B5EF4-FFF2-40B4-BE49-F238E27FC236}">
                <a16:creationId xmlns:a16="http://schemas.microsoft.com/office/drawing/2014/main" id="{A60541FB-5BC1-4AF3-915C-8935F32A3A9E}"/>
              </a:ext>
            </a:extLst>
          </p:cNvPr>
          <p:cNvSpPr>
            <a:spLocks noGrp="1"/>
          </p:cNvSpPr>
          <p:nvPr>
            <p:ph sz="half" idx="2"/>
          </p:nvPr>
        </p:nvSpPr>
        <p:spPr>
          <a:xfrm>
            <a:off x="6172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Дата 4">
            <a:extLst>
              <a:ext uri="{FF2B5EF4-FFF2-40B4-BE49-F238E27FC236}">
                <a16:creationId xmlns:a16="http://schemas.microsoft.com/office/drawing/2014/main" id="{92F402DD-8F99-44D6-8F03-4A34A5449B23}"/>
              </a:ext>
            </a:extLst>
          </p:cNvPr>
          <p:cNvSpPr>
            <a:spLocks noGrp="1"/>
          </p:cNvSpPr>
          <p:nvPr>
            <p:ph type="dt" sz="half" idx="10"/>
          </p:nvPr>
        </p:nvSpPr>
        <p:spPr/>
        <p:txBody>
          <a:bodyPr/>
          <a:lstStyle/>
          <a:p>
            <a:fld id="{615D744C-B603-43BF-A8E5-372F3A2D81F7}" type="datetimeFigureOut">
              <a:rPr lang="ru-RU" smtClean="0"/>
              <a:t>30.03.2023</a:t>
            </a:fld>
            <a:endParaRPr lang="ru-RU"/>
          </a:p>
        </p:txBody>
      </p:sp>
      <p:sp>
        <p:nvSpPr>
          <p:cNvPr id="6" name="Нижний колонтитул 5">
            <a:extLst>
              <a:ext uri="{FF2B5EF4-FFF2-40B4-BE49-F238E27FC236}">
                <a16:creationId xmlns:a16="http://schemas.microsoft.com/office/drawing/2014/main" id="{35693FD9-6F90-4AEE-9869-A94A694B1A57}"/>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0ACDE087-AABF-4B01-8FA0-039FBAF1B5FA}"/>
              </a:ext>
            </a:extLst>
          </p:cNvPr>
          <p:cNvSpPr>
            <a:spLocks noGrp="1"/>
          </p:cNvSpPr>
          <p:nvPr>
            <p:ph type="sldNum" sz="quarter" idx="12"/>
          </p:nvPr>
        </p:nvSpPr>
        <p:spPr/>
        <p:txBody>
          <a:bodyPr/>
          <a:lstStyle/>
          <a:p>
            <a:fld id="{52EDAAA1-9062-435F-A24D-DC66AFBBA162}" type="slidenum">
              <a:rPr lang="ru-RU" smtClean="0"/>
              <a:t>‹#›</a:t>
            </a:fld>
            <a:endParaRPr lang="ru-RU"/>
          </a:p>
        </p:txBody>
      </p:sp>
    </p:spTree>
    <p:extLst>
      <p:ext uri="{BB962C8B-B14F-4D97-AF65-F5344CB8AC3E}">
        <p14:creationId xmlns:p14="http://schemas.microsoft.com/office/powerpoint/2010/main" val="25613023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27C00B5-4778-45B1-9CB1-A6CFC09D9FD4}"/>
              </a:ext>
            </a:extLst>
          </p:cNvPr>
          <p:cNvSpPr>
            <a:spLocks noGrp="1"/>
          </p:cNvSpPr>
          <p:nvPr>
            <p:ph type="title"/>
          </p:nvPr>
        </p:nvSpPr>
        <p:spPr>
          <a:xfrm>
            <a:off x="839788" y="365125"/>
            <a:ext cx="10515600" cy="1325563"/>
          </a:xfrm>
        </p:spPr>
        <p:txBody>
          <a:bodyPr/>
          <a:lstStyle/>
          <a:p>
            <a:r>
              <a:rPr lang="ru-RU"/>
              <a:t>Образец заголовка</a:t>
            </a:r>
          </a:p>
        </p:txBody>
      </p:sp>
      <p:sp>
        <p:nvSpPr>
          <p:cNvPr id="3" name="Текст 2">
            <a:extLst>
              <a:ext uri="{FF2B5EF4-FFF2-40B4-BE49-F238E27FC236}">
                <a16:creationId xmlns:a16="http://schemas.microsoft.com/office/drawing/2014/main" id="{3651F42B-5EE6-4946-BBD6-705CDBCED33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Объект 3">
            <a:extLst>
              <a:ext uri="{FF2B5EF4-FFF2-40B4-BE49-F238E27FC236}">
                <a16:creationId xmlns:a16="http://schemas.microsoft.com/office/drawing/2014/main" id="{0859B584-6B7B-4671-8543-C40A7B34F329}"/>
              </a:ext>
            </a:extLst>
          </p:cNvPr>
          <p:cNvSpPr>
            <a:spLocks noGrp="1"/>
          </p:cNvSpPr>
          <p:nvPr>
            <p:ph sz="half" idx="2"/>
          </p:nvPr>
        </p:nvSpPr>
        <p:spPr>
          <a:xfrm>
            <a:off x="839788" y="2505075"/>
            <a:ext cx="5157787"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Текст 4">
            <a:extLst>
              <a:ext uri="{FF2B5EF4-FFF2-40B4-BE49-F238E27FC236}">
                <a16:creationId xmlns:a16="http://schemas.microsoft.com/office/drawing/2014/main" id="{302C35DB-FA58-43BE-879C-C343457C4E0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Объект 5">
            <a:extLst>
              <a:ext uri="{FF2B5EF4-FFF2-40B4-BE49-F238E27FC236}">
                <a16:creationId xmlns:a16="http://schemas.microsoft.com/office/drawing/2014/main" id="{138D09F2-8ED7-43DB-9068-4E6EE2ACA662}"/>
              </a:ext>
            </a:extLst>
          </p:cNvPr>
          <p:cNvSpPr>
            <a:spLocks noGrp="1"/>
          </p:cNvSpPr>
          <p:nvPr>
            <p:ph sz="quarter" idx="4"/>
          </p:nvPr>
        </p:nvSpPr>
        <p:spPr>
          <a:xfrm>
            <a:off x="6172200" y="2505075"/>
            <a:ext cx="5183188"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7" name="Дата 6">
            <a:extLst>
              <a:ext uri="{FF2B5EF4-FFF2-40B4-BE49-F238E27FC236}">
                <a16:creationId xmlns:a16="http://schemas.microsoft.com/office/drawing/2014/main" id="{17F6BB17-7DEB-44A3-A698-BF90FCE22E8F}"/>
              </a:ext>
            </a:extLst>
          </p:cNvPr>
          <p:cNvSpPr>
            <a:spLocks noGrp="1"/>
          </p:cNvSpPr>
          <p:nvPr>
            <p:ph type="dt" sz="half" idx="10"/>
          </p:nvPr>
        </p:nvSpPr>
        <p:spPr/>
        <p:txBody>
          <a:bodyPr/>
          <a:lstStyle/>
          <a:p>
            <a:fld id="{615D744C-B603-43BF-A8E5-372F3A2D81F7}" type="datetimeFigureOut">
              <a:rPr lang="ru-RU" smtClean="0"/>
              <a:t>30.03.2023</a:t>
            </a:fld>
            <a:endParaRPr lang="ru-RU"/>
          </a:p>
        </p:txBody>
      </p:sp>
      <p:sp>
        <p:nvSpPr>
          <p:cNvPr id="8" name="Нижний колонтитул 7">
            <a:extLst>
              <a:ext uri="{FF2B5EF4-FFF2-40B4-BE49-F238E27FC236}">
                <a16:creationId xmlns:a16="http://schemas.microsoft.com/office/drawing/2014/main" id="{DB95BC03-2B7A-427D-9850-AEFBBA237439}"/>
              </a:ext>
            </a:extLst>
          </p:cNvPr>
          <p:cNvSpPr>
            <a:spLocks noGrp="1"/>
          </p:cNvSpPr>
          <p:nvPr>
            <p:ph type="ftr" sz="quarter" idx="11"/>
          </p:nvPr>
        </p:nvSpPr>
        <p:spPr/>
        <p:txBody>
          <a:bodyPr/>
          <a:lstStyle/>
          <a:p>
            <a:endParaRPr lang="ru-RU"/>
          </a:p>
        </p:txBody>
      </p:sp>
      <p:sp>
        <p:nvSpPr>
          <p:cNvPr id="9" name="Номер слайда 8">
            <a:extLst>
              <a:ext uri="{FF2B5EF4-FFF2-40B4-BE49-F238E27FC236}">
                <a16:creationId xmlns:a16="http://schemas.microsoft.com/office/drawing/2014/main" id="{63BE6342-5EF1-4ED8-83F6-D19786457577}"/>
              </a:ext>
            </a:extLst>
          </p:cNvPr>
          <p:cNvSpPr>
            <a:spLocks noGrp="1"/>
          </p:cNvSpPr>
          <p:nvPr>
            <p:ph type="sldNum" sz="quarter" idx="12"/>
          </p:nvPr>
        </p:nvSpPr>
        <p:spPr/>
        <p:txBody>
          <a:bodyPr/>
          <a:lstStyle/>
          <a:p>
            <a:fld id="{52EDAAA1-9062-435F-A24D-DC66AFBBA162}" type="slidenum">
              <a:rPr lang="ru-RU" smtClean="0"/>
              <a:t>‹#›</a:t>
            </a:fld>
            <a:endParaRPr lang="ru-RU"/>
          </a:p>
        </p:txBody>
      </p:sp>
    </p:spTree>
    <p:extLst>
      <p:ext uri="{BB962C8B-B14F-4D97-AF65-F5344CB8AC3E}">
        <p14:creationId xmlns:p14="http://schemas.microsoft.com/office/powerpoint/2010/main" val="2535698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45D7B6D-6A1B-4376-B9C4-ABC9655C5F98}"/>
              </a:ext>
            </a:extLst>
          </p:cNvPr>
          <p:cNvSpPr>
            <a:spLocks noGrp="1"/>
          </p:cNvSpPr>
          <p:nvPr>
            <p:ph type="title"/>
          </p:nvPr>
        </p:nvSpPr>
        <p:spPr/>
        <p:txBody>
          <a:bodyPr/>
          <a:lstStyle/>
          <a:p>
            <a:r>
              <a:rPr lang="ru-RU"/>
              <a:t>Образец заголовка</a:t>
            </a:r>
          </a:p>
        </p:txBody>
      </p:sp>
      <p:sp>
        <p:nvSpPr>
          <p:cNvPr id="3" name="Дата 2">
            <a:extLst>
              <a:ext uri="{FF2B5EF4-FFF2-40B4-BE49-F238E27FC236}">
                <a16:creationId xmlns:a16="http://schemas.microsoft.com/office/drawing/2014/main" id="{4444B229-97B7-40D2-B4C0-E9BFD1337A00}"/>
              </a:ext>
            </a:extLst>
          </p:cNvPr>
          <p:cNvSpPr>
            <a:spLocks noGrp="1"/>
          </p:cNvSpPr>
          <p:nvPr>
            <p:ph type="dt" sz="half" idx="10"/>
          </p:nvPr>
        </p:nvSpPr>
        <p:spPr/>
        <p:txBody>
          <a:bodyPr/>
          <a:lstStyle/>
          <a:p>
            <a:fld id="{615D744C-B603-43BF-A8E5-372F3A2D81F7}" type="datetimeFigureOut">
              <a:rPr lang="ru-RU" smtClean="0"/>
              <a:t>30.03.2023</a:t>
            </a:fld>
            <a:endParaRPr lang="ru-RU"/>
          </a:p>
        </p:txBody>
      </p:sp>
      <p:sp>
        <p:nvSpPr>
          <p:cNvPr id="4" name="Нижний колонтитул 3">
            <a:extLst>
              <a:ext uri="{FF2B5EF4-FFF2-40B4-BE49-F238E27FC236}">
                <a16:creationId xmlns:a16="http://schemas.microsoft.com/office/drawing/2014/main" id="{DBD5FBF2-6C31-43E6-92E4-BE2AF74E73F1}"/>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F38DB1BB-34B6-4E5F-AD7C-73ED4AD1924C}"/>
              </a:ext>
            </a:extLst>
          </p:cNvPr>
          <p:cNvSpPr>
            <a:spLocks noGrp="1"/>
          </p:cNvSpPr>
          <p:nvPr>
            <p:ph type="sldNum" sz="quarter" idx="12"/>
          </p:nvPr>
        </p:nvSpPr>
        <p:spPr/>
        <p:txBody>
          <a:bodyPr/>
          <a:lstStyle/>
          <a:p>
            <a:fld id="{52EDAAA1-9062-435F-A24D-DC66AFBBA162}" type="slidenum">
              <a:rPr lang="ru-RU" smtClean="0"/>
              <a:t>‹#›</a:t>
            </a:fld>
            <a:endParaRPr lang="ru-RU"/>
          </a:p>
        </p:txBody>
      </p:sp>
    </p:spTree>
    <p:extLst>
      <p:ext uri="{BB962C8B-B14F-4D97-AF65-F5344CB8AC3E}">
        <p14:creationId xmlns:p14="http://schemas.microsoft.com/office/powerpoint/2010/main" val="6084359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a:extLst>
              <a:ext uri="{FF2B5EF4-FFF2-40B4-BE49-F238E27FC236}">
                <a16:creationId xmlns:a16="http://schemas.microsoft.com/office/drawing/2014/main" id="{11B4FE9D-BE0B-45D4-BB5C-2282AB519442}"/>
              </a:ext>
            </a:extLst>
          </p:cNvPr>
          <p:cNvSpPr>
            <a:spLocks noGrp="1"/>
          </p:cNvSpPr>
          <p:nvPr>
            <p:ph type="dt" sz="half" idx="10"/>
          </p:nvPr>
        </p:nvSpPr>
        <p:spPr/>
        <p:txBody>
          <a:bodyPr/>
          <a:lstStyle/>
          <a:p>
            <a:fld id="{615D744C-B603-43BF-A8E5-372F3A2D81F7}" type="datetimeFigureOut">
              <a:rPr lang="ru-RU" smtClean="0"/>
              <a:t>30.03.2023</a:t>
            </a:fld>
            <a:endParaRPr lang="ru-RU"/>
          </a:p>
        </p:txBody>
      </p:sp>
      <p:sp>
        <p:nvSpPr>
          <p:cNvPr id="3" name="Нижний колонтитул 2">
            <a:extLst>
              <a:ext uri="{FF2B5EF4-FFF2-40B4-BE49-F238E27FC236}">
                <a16:creationId xmlns:a16="http://schemas.microsoft.com/office/drawing/2014/main" id="{6D0F65B7-58B2-4DA8-84CD-EC04C9868CB9}"/>
              </a:ext>
            </a:extLst>
          </p:cNvPr>
          <p:cNvSpPr>
            <a:spLocks noGrp="1"/>
          </p:cNvSpPr>
          <p:nvPr>
            <p:ph type="ftr" sz="quarter" idx="11"/>
          </p:nvPr>
        </p:nvSpPr>
        <p:spPr/>
        <p:txBody>
          <a:bodyPr/>
          <a:lstStyle/>
          <a:p>
            <a:endParaRPr lang="ru-RU"/>
          </a:p>
        </p:txBody>
      </p:sp>
      <p:sp>
        <p:nvSpPr>
          <p:cNvPr id="4" name="Номер слайда 3">
            <a:extLst>
              <a:ext uri="{FF2B5EF4-FFF2-40B4-BE49-F238E27FC236}">
                <a16:creationId xmlns:a16="http://schemas.microsoft.com/office/drawing/2014/main" id="{0463FF40-B73C-4463-A110-6592F2014B8B}"/>
              </a:ext>
            </a:extLst>
          </p:cNvPr>
          <p:cNvSpPr>
            <a:spLocks noGrp="1"/>
          </p:cNvSpPr>
          <p:nvPr>
            <p:ph type="sldNum" sz="quarter" idx="12"/>
          </p:nvPr>
        </p:nvSpPr>
        <p:spPr/>
        <p:txBody>
          <a:bodyPr/>
          <a:lstStyle/>
          <a:p>
            <a:fld id="{52EDAAA1-9062-435F-A24D-DC66AFBBA162}" type="slidenum">
              <a:rPr lang="ru-RU" smtClean="0"/>
              <a:t>‹#›</a:t>
            </a:fld>
            <a:endParaRPr lang="ru-RU"/>
          </a:p>
        </p:txBody>
      </p:sp>
    </p:spTree>
    <p:extLst>
      <p:ext uri="{BB962C8B-B14F-4D97-AF65-F5344CB8AC3E}">
        <p14:creationId xmlns:p14="http://schemas.microsoft.com/office/powerpoint/2010/main" val="13705932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E637E29-577D-41B5-8746-2DA28AF7C84C}"/>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Объект 2">
            <a:extLst>
              <a:ext uri="{FF2B5EF4-FFF2-40B4-BE49-F238E27FC236}">
                <a16:creationId xmlns:a16="http://schemas.microsoft.com/office/drawing/2014/main" id="{22CFB720-5FA0-4AF6-9550-0944869BD81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Текст 3">
            <a:extLst>
              <a:ext uri="{FF2B5EF4-FFF2-40B4-BE49-F238E27FC236}">
                <a16:creationId xmlns:a16="http://schemas.microsoft.com/office/drawing/2014/main" id="{08062E63-0780-4559-AC34-E9C960CDA92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CA27C1A5-56C2-4A9D-A256-EE933B2E31D5}"/>
              </a:ext>
            </a:extLst>
          </p:cNvPr>
          <p:cNvSpPr>
            <a:spLocks noGrp="1"/>
          </p:cNvSpPr>
          <p:nvPr>
            <p:ph type="dt" sz="half" idx="10"/>
          </p:nvPr>
        </p:nvSpPr>
        <p:spPr/>
        <p:txBody>
          <a:bodyPr/>
          <a:lstStyle/>
          <a:p>
            <a:fld id="{615D744C-B603-43BF-A8E5-372F3A2D81F7}" type="datetimeFigureOut">
              <a:rPr lang="ru-RU" smtClean="0"/>
              <a:t>30.03.2023</a:t>
            </a:fld>
            <a:endParaRPr lang="ru-RU"/>
          </a:p>
        </p:txBody>
      </p:sp>
      <p:sp>
        <p:nvSpPr>
          <p:cNvPr id="6" name="Нижний колонтитул 5">
            <a:extLst>
              <a:ext uri="{FF2B5EF4-FFF2-40B4-BE49-F238E27FC236}">
                <a16:creationId xmlns:a16="http://schemas.microsoft.com/office/drawing/2014/main" id="{B5DEA1B4-F8ED-4E8E-95D7-93AAFDEABE3F}"/>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FABCD2BE-08A0-4D01-9878-6D5051E63F20}"/>
              </a:ext>
            </a:extLst>
          </p:cNvPr>
          <p:cNvSpPr>
            <a:spLocks noGrp="1"/>
          </p:cNvSpPr>
          <p:nvPr>
            <p:ph type="sldNum" sz="quarter" idx="12"/>
          </p:nvPr>
        </p:nvSpPr>
        <p:spPr/>
        <p:txBody>
          <a:bodyPr/>
          <a:lstStyle/>
          <a:p>
            <a:fld id="{52EDAAA1-9062-435F-A24D-DC66AFBBA162}" type="slidenum">
              <a:rPr lang="ru-RU" smtClean="0"/>
              <a:t>‹#›</a:t>
            </a:fld>
            <a:endParaRPr lang="ru-RU"/>
          </a:p>
        </p:txBody>
      </p:sp>
    </p:spTree>
    <p:extLst>
      <p:ext uri="{BB962C8B-B14F-4D97-AF65-F5344CB8AC3E}">
        <p14:creationId xmlns:p14="http://schemas.microsoft.com/office/powerpoint/2010/main" val="10377642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CD02FE6-1B0C-4203-BC48-152BBD650621}"/>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Рисунок 2">
            <a:extLst>
              <a:ext uri="{FF2B5EF4-FFF2-40B4-BE49-F238E27FC236}">
                <a16:creationId xmlns:a16="http://schemas.microsoft.com/office/drawing/2014/main" id="{5A4ACF0B-187B-4DE2-A8DB-7B99F1BAB57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Текст 3">
            <a:extLst>
              <a:ext uri="{FF2B5EF4-FFF2-40B4-BE49-F238E27FC236}">
                <a16:creationId xmlns:a16="http://schemas.microsoft.com/office/drawing/2014/main" id="{56969CD6-ED62-45D3-B13B-2D47906BDC1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A8B8EC3F-56D7-47C1-9399-D0727ABCC708}"/>
              </a:ext>
            </a:extLst>
          </p:cNvPr>
          <p:cNvSpPr>
            <a:spLocks noGrp="1"/>
          </p:cNvSpPr>
          <p:nvPr>
            <p:ph type="dt" sz="half" idx="10"/>
          </p:nvPr>
        </p:nvSpPr>
        <p:spPr/>
        <p:txBody>
          <a:bodyPr/>
          <a:lstStyle/>
          <a:p>
            <a:fld id="{615D744C-B603-43BF-A8E5-372F3A2D81F7}" type="datetimeFigureOut">
              <a:rPr lang="ru-RU" smtClean="0"/>
              <a:t>30.03.2023</a:t>
            </a:fld>
            <a:endParaRPr lang="ru-RU"/>
          </a:p>
        </p:txBody>
      </p:sp>
      <p:sp>
        <p:nvSpPr>
          <p:cNvPr id="6" name="Нижний колонтитул 5">
            <a:extLst>
              <a:ext uri="{FF2B5EF4-FFF2-40B4-BE49-F238E27FC236}">
                <a16:creationId xmlns:a16="http://schemas.microsoft.com/office/drawing/2014/main" id="{552CF5B6-2FDE-43A0-A7A8-6B9C7FFC095E}"/>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27473ADD-6EF0-4A90-9EFC-731CE8767371}"/>
              </a:ext>
            </a:extLst>
          </p:cNvPr>
          <p:cNvSpPr>
            <a:spLocks noGrp="1"/>
          </p:cNvSpPr>
          <p:nvPr>
            <p:ph type="sldNum" sz="quarter" idx="12"/>
          </p:nvPr>
        </p:nvSpPr>
        <p:spPr/>
        <p:txBody>
          <a:bodyPr/>
          <a:lstStyle/>
          <a:p>
            <a:fld id="{52EDAAA1-9062-435F-A24D-DC66AFBBA162}" type="slidenum">
              <a:rPr lang="ru-RU" smtClean="0"/>
              <a:t>‹#›</a:t>
            </a:fld>
            <a:endParaRPr lang="ru-RU"/>
          </a:p>
        </p:txBody>
      </p:sp>
    </p:spTree>
    <p:extLst>
      <p:ext uri="{BB962C8B-B14F-4D97-AF65-F5344CB8AC3E}">
        <p14:creationId xmlns:p14="http://schemas.microsoft.com/office/powerpoint/2010/main" val="38642541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CFBAD2A-2745-4E12-A1A9-54127873C745}"/>
              </a:ext>
            </a:extLst>
          </p:cNvPr>
          <p:cNvSpPr>
            <a:spLocks noGrp="1"/>
          </p:cNvSpPr>
          <p:nvPr>
            <p:ph type="title"/>
          </p:nvPr>
        </p:nvSpPr>
        <p:spPr/>
        <p:txBody>
          <a:bodyPr/>
          <a:lstStyle/>
          <a:p>
            <a:r>
              <a:rPr lang="ru-RU"/>
              <a:t>Образец заголовка</a:t>
            </a:r>
          </a:p>
        </p:txBody>
      </p:sp>
      <p:sp>
        <p:nvSpPr>
          <p:cNvPr id="3" name="Вертикальный текст 2">
            <a:extLst>
              <a:ext uri="{FF2B5EF4-FFF2-40B4-BE49-F238E27FC236}">
                <a16:creationId xmlns:a16="http://schemas.microsoft.com/office/drawing/2014/main" id="{560D0121-A829-485B-9562-F4B6F6CBBC87}"/>
              </a:ext>
            </a:extLst>
          </p:cNvPr>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88B83A18-72C6-4143-A945-0BA59C829FEA}"/>
              </a:ext>
            </a:extLst>
          </p:cNvPr>
          <p:cNvSpPr>
            <a:spLocks noGrp="1"/>
          </p:cNvSpPr>
          <p:nvPr>
            <p:ph type="dt" sz="half" idx="10"/>
          </p:nvPr>
        </p:nvSpPr>
        <p:spPr/>
        <p:txBody>
          <a:bodyPr/>
          <a:lstStyle/>
          <a:p>
            <a:fld id="{615D744C-B603-43BF-A8E5-372F3A2D81F7}" type="datetimeFigureOut">
              <a:rPr lang="ru-RU" smtClean="0"/>
              <a:t>30.03.2023</a:t>
            </a:fld>
            <a:endParaRPr lang="ru-RU"/>
          </a:p>
        </p:txBody>
      </p:sp>
      <p:sp>
        <p:nvSpPr>
          <p:cNvPr id="5" name="Нижний колонтитул 4">
            <a:extLst>
              <a:ext uri="{FF2B5EF4-FFF2-40B4-BE49-F238E27FC236}">
                <a16:creationId xmlns:a16="http://schemas.microsoft.com/office/drawing/2014/main" id="{9A1BB171-1C05-413E-BFB2-D376CB932EB2}"/>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80D504B8-FEE3-4AFA-ADEA-AB2B3B5BDA07}"/>
              </a:ext>
            </a:extLst>
          </p:cNvPr>
          <p:cNvSpPr>
            <a:spLocks noGrp="1"/>
          </p:cNvSpPr>
          <p:nvPr>
            <p:ph type="sldNum" sz="quarter" idx="12"/>
          </p:nvPr>
        </p:nvSpPr>
        <p:spPr/>
        <p:txBody>
          <a:bodyPr/>
          <a:lstStyle/>
          <a:p>
            <a:fld id="{52EDAAA1-9062-435F-A24D-DC66AFBBA162}" type="slidenum">
              <a:rPr lang="ru-RU" smtClean="0"/>
              <a:t>‹#›</a:t>
            </a:fld>
            <a:endParaRPr lang="ru-RU"/>
          </a:p>
        </p:txBody>
      </p:sp>
    </p:spTree>
    <p:extLst>
      <p:ext uri="{BB962C8B-B14F-4D97-AF65-F5344CB8AC3E}">
        <p14:creationId xmlns:p14="http://schemas.microsoft.com/office/powerpoint/2010/main" val="551706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a:extLst>
              <a:ext uri="{FF2B5EF4-FFF2-40B4-BE49-F238E27FC236}">
                <a16:creationId xmlns:a16="http://schemas.microsoft.com/office/drawing/2014/main" id="{01820DF9-CA50-4FA7-8823-B1276AABA54E}"/>
              </a:ext>
            </a:extLst>
          </p:cNvPr>
          <p:cNvSpPr>
            <a:spLocks noGrp="1"/>
          </p:cNvSpPr>
          <p:nvPr>
            <p:ph type="title" orient="vert"/>
          </p:nvPr>
        </p:nvSpPr>
        <p:spPr>
          <a:xfrm>
            <a:off x="8724900" y="365125"/>
            <a:ext cx="2628900" cy="5811838"/>
          </a:xfrm>
        </p:spPr>
        <p:txBody>
          <a:bodyPr vert="eaVert"/>
          <a:lstStyle/>
          <a:p>
            <a:r>
              <a:rPr lang="ru-RU"/>
              <a:t>Образец заголовка</a:t>
            </a:r>
          </a:p>
        </p:txBody>
      </p:sp>
      <p:sp>
        <p:nvSpPr>
          <p:cNvPr id="3" name="Вертикальный текст 2">
            <a:extLst>
              <a:ext uri="{FF2B5EF4-FFF2-40B4-BE49-F238E27FC236}">
                <a16:creationId xmlns:a16="http://schemas.microsoft.com/office/drawing/2014/main" id="{11CF6C11-9BAD-4156-A31C-3D8B65E9C2AE}"/>
              </a:ext>
            </a:extLst>
          </p:cNvPr>
          <p:cNvSpPr>
            <a:spLocks noGrp="1"/>
          </p:cNvSpPr>
          <p:nvPr>
            <p:ph type="body" orient="vert" idx="1"/>
          </p:nvPr>
        </p:nvSpPr>
        <p:spPr>
          <a:xfrm>
            <a:off x="838200" y="365125"/>
            <a:ext cx="7734300" cy="5811838"/>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AD1B6252-B37A-4BFE-A5EA-8FDC245708CC}"/>
              </a:ext>
            </a:extLst>
          </p:cNvPr>
          <p:cNvSpPr>
            <a:spLocks noGrp="1"/>
          </p:cNvSpPr>
          <p:nvPr>
            <p:ph type="dt" sz="half" idx="10"/>
          </p:nvPr>
        </p:nvSpPr>
        <p:spPr/>
        <p:txBody>
          <a:bodyPr/>
          <a:lstStyle/>
          <a:p>
            <a:fld id="{615D744C-B603-43BF-A8E5-372F3A2D81F7}" type="datetimeFigureOut">
              <a:rPr lang="ru-RU" smtClean="0"/>
              <a:t>30.03.2023</a:t>
            </a:fld>
            <a:endParaRPr lang="ru-RU"/>
          </a:p>
        </p:txBody>
      </p:sp>
      <p:sp>
        <p:nvSpPr>
          <p:cNvPr id="5" name="Нижний колонтитул 4">
            <a:extLst>
              <a:ext uri="{FF2B5EF4-FFF2-40B4-BE49-F238E27FC236}">
                <a16:creationId xmlns:a16="http://schemas.microsoft.com/office/drawing/2014/main" id="{48D99EBC-6D61-4615-B4B6-1D9249E13972}"/>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577B7418-BA6B-4238-ABA7-CE598741141F}"/>
              </a:ext>
            </a:extLst>
          </p:cNvPr>
          <p:cNvSpPr>
            <a:spLocks noGrp="1"/>
          </p:cNvSpPr>
          <p:nvPr>
            <p:ph type="sldNum" sz="quarter" idx="12"/>
          </p:nvPr>
        </p:nvSpPr>
        <p:spPr/>
        <p:txBody>
          <a:bodyPr/>
          <a:lstStyle/>
          <a:p>
            <a:fld id="{52EDAAA1-9062-435F-A24D-DC66AFBBA162}" type="slidenum">
              <a:rPr lang="ru-RU" smtClean="0"/>
              <a:t>‹#›</a:t>
            </a:fld>
            <a:endParaRPr lang="ru-RU"/>
          </a:p>
        </p:txBody>
      </p:sp>
    </p:spTree>
    <p:extLst>
      <p:ext uri="{BB962C8B-B14F-4D97-AF65-F5344CB8AC3E}">
        <p14:creationId xmlns:p14="http://schemas.microsoft.com/office/powerpoint/2010/main" val="28862782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26F6B4C-D48F-420B-96D5-7BB072FF6F1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a:t>Образец заголовка</a:t>
            </a:r>
          </a:p>
        </p:txBody>
      </p:sp>
      <p:sp>
        <p:nvSpPr>
          <p:cNvPr id="3" name="Текст 2">
            <a:extLst>
              <a:ext uri="{FF2B5EF4-FFF2-40B4-BE49-F238E27FC236}">
                <a16:creationId xmlns:a16="http://schemas.microsoft.com/office/drawing/2014/main" id="{52ED8170-B8D4-4BCA-9D14-E2659B561B6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974D2BA7-8CE5-4E82-AE14-A519B83ECF8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15D744C-B603-43BF-A8E5-372F3A2D81F7}" type="datetimeFigureOut">
              <a:rPr lang="ru-RU" smtClean="0"/>
              <a:t>30.03.2023</a:t>
            </a:fld>
            <a:endParaRPr lang="ru-RU"/>
          </a:p>
        </p:txBody>
      </p:sp>
      <p:sp>
        <p:nvSpPr>
          <p:cNvPr id="5" name="Нижний колонтитул 4">
            <a:extLst>
              <a:ext uri="{FF2B5EF4-FFF2-40B4-BE49-F238E27FC236}">
                <a16:creationId xmlns:a16="http://schemas.microsoft.com/office/drawing/2014/main" id="{2A6D5442-1DD4-4955-9883-A16C37BFF37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a:p>
        </p:txBody>
      </p:sp>
      <p:sp>
        <p:nvSpPr>
          <p:cNvPr id="6" name="Номер слайда 5">
            <a:extLst>
              <a:ext uri="{FF2B5EF4-FFF2-40B4-BE49-F238E27FC236}">
                <a16:creationId xmlns:a16="http://schemas.microsoft.com/office/drawing/2014/main" id="{DBF3CD25-12A3-4E57-9241-7C209D91947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2EDAAA1-9062-435F-A24D-DC66AFBBA162}" type="slidenum">
              <a:rPr lang="ru-RU" smtClean="0"/>
              <a:t>‹#›</a:t>
            </a:fld>
            <a:endParaRPr lang="ru-RU"/>
          </a:p>
        </p:txBody>
      </p:sp>
    </p:spTree>
    <p:extLst>
      <p:ext uri="{BB962C8B-B14F-4D97-AF65-F5344CB8AC3E}">
        <p14:creationId xmlns:p14="http://schemas.microsoft.com/office/powerpoint/2010/main" val="371090781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72D61F7-E09D-4145-BF91-B4DA1BF0331C}"/>
              </a:ext>
            </a:extLst>
          </p:cNvPr>
          <p:cNvSpPr>
            <a:spLocks noGrp="1"/>
          </p:cNvSpPr>
          <p:nvPr>
            <p:ph type="ctrTitle"/>
          </p:nvPr>
        </p:nvSpPr>
        <p:spPr/>
        <p:txBody>
          <a:bodyPr/>
          <a:lstStyle/>
          <a:p>
            <a:r>
              <a:rPr lang="en-US" dirty="0"/>
              <a:t>Week 10 Report for Systematic Literature Review</a:t>
            </a:r>
            <a:endParaRPr lang="ru-RU" dirty="0"/>
          </a:p>
        </p:txBody>
      </p:sp>
      <p:sp>
        <p:nvSpPr>
          <p:cNvPr id="3" name="Подзаголовок 2">
            <a:extLst>
              <a:ext uri="{FF2B5EF4-FFF2-40B4-BE49-F238E27FC236}">
                <a16:creationId xmlns:a16="http://schemas.microsoft.com/office/drawing/2014/main" id="{40B33DA6-8B86-41FE-91DA-16B06E5E6FD3}"/>
              </a:ext>
            </a:extLst>
          </p:cNvPr>
          <p:cNvSpPr>
            <a:spLocks noGrp="1"/>
          </p:cNvSpPr>
          <p:nvPr>
            <p:ph type="subTitle" idx="1"/>
          </p:nvPr>
        </p:nvSpPr>
        <p:spPr/>
        <p:txBody>
          <a:bodyPr/>
          <a:lstStyle/>
          <a:p>
            <a:r>
              <a:rPr lang="en-US" b="0" i="0" dirty="0">
                <a:effectLst/>
                <a:latin typeface="Arial" panose="020B0604020202020204" pitchFamily="34" charset="0"/>
              </a:rPr>
              <a:t>Oleg Ostapovich, Vladimir Klepikov, Mark Vishnevsky, Amir Zakirov, and Abdul Rahman Takriti</a:t>
            </a:r>
            <a:endParaRPr lang="ru-RU" dirty="0"/>
          </a:p>
          <a:p>
            <a:endParaRPr lang="ru-RU" dirty="0"/>
          </a:p>
        </p:txBody>
      </p:sp>
    </p:spTree>
    <p:extLst>
      <p:ext uri="{BB962C8B-B14F-4D97-AF65-F5344CB8AC3E}">
        <p14:creationId xmlns:p14="http://schemas.microsoft.com/office/powerpoint/2010/main" val="11083547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728E7C5-640B-4CF4-8331-5F151756C327}"/>
              </a:ext>
            </a:extLst>
          </p:cNvPr>
          <p:cNvSpPr>
            <a:spLocks noGrp="1"/>
          </p:cNvSpPr>
          <p:nvPr>
            <p:ph type="title"/>
          </p:nvPr>
        </p:nvSpPr>
        <p:spPr/>
        <p:txBody>
          <a:bodyPr/>
          <a:lstStyle/>
          <a:p>
            <a:r>
              <a:rPr lang="en-US" dirty="0"/>
              <a:t>Goals for week 10</a:t>
            </a:r>
            <a:endParaRPr lang="ru-RU" dirty="0"/>
          </a:p>
        </p:txBody>
      </p:sp>
      <p:sp>
        <p:nvSpPr>
          <p:cNvPr id="3" name="Объект 2">
            <a:extLst>
              <a:ext uri="{FF2B5EF4-FFF2-40B4-BE49-F238E27FC236}">
                <a16:creationId xmlns:a16="http://schemas.microsoft.com/office/drawing/2014/main" id="{A614E9D0-F125-4AB8-A3FA-95E2F7F1F31E}"/>
              </a:ext>
            </a:extLst>
          </p:cNvPr>
          <p:cNvSpPr>
            <a:spLocks noGrp="1"/>
          </p:cNvSpPr>
          <p:nvPr>
            <p:ph idx="1"/>
          </p:nvPr>
        </p:nvSpPr>
        <p:spPr/>
        <p:txBody>
          <a:bodyPr/>
          <a:lstStyle/>
          <a:p>
            <a:r>
              <a:rPr lang="en-US" dirty="0"/>
              <a:t>Methodology Revision and Fixes</a:t>
            </a:r>
          </a:p>
          <a:p>
            <a:r>
              <a:rPr lang="en-US" dirty="0"/>
              <a:t>Start to write Results section</a:t>
            </a:r>
            <a:endParaRPr lang="ru-RU" dirty="0"/>
          </a:p>
        </p:txBody>
      </p:sp>
    </p:spTree>
    <p:extLst>
      <p:ext uri="{BB962C8B-B14F-4D97-AF65-F5344CB8AC3E}">
        <p14:creationId xmlns:p14="http://schemas.microsoft.com/office/powerpoint/2010/main" val="34886265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AE77B72-9F2C-4546-8040-82622B90FD9A}"/>
              </a:ext>
            </a:extLst>
          </p:cNvPr>
          <p:cNvSpPr>
            <a:spLocks noGrp="1"/>
          </p:cNvSpPr>
          <p:nvPr>
            <p:ph type="title"/>
          </p:nvPr>
        </p:nvSpPr>
        <p:spPr/>
        <p:txBody>
          <a:bodyPr/>
          <a:lstStyle/>
          <a:p>
            <a:r>
              <a:rPr lang="en-US" dirty="0"/>
              <a:t>Overall fixes</a:t>
            </a:r>
            <a:endParaRPr lang="ru-RU" dirty="0"/>
          </a:p>
        </p:txBody>
      </p:sp>
      <p:sp>
        <p:nvSpPr>
          <p:cNvPr id="3" name="Объект 2">
            <a:extLst>
              <a:ext uri="{FF2B5EF4-FFF2-40B4-BE49-F238E27FC236}">
                <a16:creationId xmlns:a16="http://schemas.microsoft.com/office/drawing/2014/main" id="{4C81F281-9B7E-4C89-ACEB-DD023D3F1097}"/>
              </a:ext>
            </a:extLst>
          </p:cNvPr>
          <p:cNvSpPr>
            <a:spLocks noGrp="1"/>
          </p:cNvSpPr>
          <p:nvPr>
            <p:ph idx="1"/>
          </p:nvPr>
        </p:nvSpPr>
        <p:spPr/>
        <p:txBody>
          <a:bodyPr/>
          <a:lstStyle/>
          <a:p>
            <a:r>
              <a:rPr lang="en-US" dirty="0"/>
              <a:t>Now we have Overleaf file!  (but still make pre-production into Google Docs)</a:t>
            </a:r>
          </a:p>
          <a:p>
            <a:r>
              <a:rPr lang="en-US" dirty="0"/>
              <a:t>Minor fixes for search queries, as braces</a:t>
            </a:r>
          </a:p>
          <a:p>
            <a:endParaRPr lang="en-US" dirty="0"/>
          </a:p>
          <a:p>
            <a:endParaRPr lang="ru-RU" dirty="0"/>
          </a:p>
        </p:txBody>
      </p:sp>
      <p:pic>
        <p:nvPicPr>
          <p:cNvPr id="5" name="Рисунок 4">
            <a:extLst>
              <a:ext uri="{FF2B5EF4-FFF2-40B4-BE49-F238E27FC236}">
                <a16:creationId xmlns:a16="http://schemas.microsoft.com/office/drawing/2014/main" id="{42FD4E4C-9B6F-4221-9B33-6D6C35A94D19}"/>
              </a:ext>
            </a:extLst>
          </p:cNvPr>
          <p:cNvPicPr>
            <a:picLocks noChangeAspect="1"/>
          </p:cNvPicPr>
          <p:nvPr/>
        </p:nvPicPr>
        <p:blipFill>
          <a:blip r:embed="rId2"/>
          <a:stretch>
            <a:fillRect/>
          </a:stretch>
        </p:blipFill>
        <p:spPr>
          <a:xfrm>
            <a:off x="9354736" y="2837715"/>
            <a:ext cx="1629002" cy="1657581"/>
          </a:xfrm>
          <a:prstGeom prst="rect">
            <a:avLst/>
          </a:prstGeom>
        </p:spPr>
      </p:pic>
    </p:spTree>
    <p:extLst>
      <p:ext uri="{BB962C8B-B14F-4D97-AF65-F5344CB8AC3E}">
        <p14:creationId xmlns:p14="http://schemas.microsoft.com/office/powerpoint/2010/main" val="9816407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1EC2912-2254-4897-860E-4D1E6B19B1F2}"/>
              </a:ext>
            </a:extLst>
          </p:cNvPr>
          <p:cNvSpPr>
            <a:spLocks noGrp="1"/>
          </p:cNvSpPr>
          <p:nvPr>
            <p:ph type="title"/>
          </p:nvPr>
        </p:nvSpPr>
        <p:spPr/>
        <p:txBody>
          <a:bodyPr/>
          <a:lstStyle/>
          <a:p>
            <a:r>
              <a:rPr lang="en-US" dirty="0"/>
              <a:t>Methodology revision</a:t>
            </a:r>
            <a:endParaRPr lang="ru-RU" dirty="0"/>
          </a:p>
        </p:txBody>
      </p:sp>
      <p:sp>
        <p:nvSpPr>
          <p:cNvPr id="3" name="Объект 2">
            <a:extLst>
              <a:ext uri="{FF2B5EF4-FFF2-40B4-BE49-F238E27FC236}">
                <a16:creationId xmlns:a16="http://schemas.microsoft.com/office/drawing/2014/main" id="{B912D773-68D2-4EA4-ACB4-72AB92A3C59B}"/>
              </a:ext>
            </a:extLst>
          </p:cNvPr>
          <p:cNvSpPr>
            <a:spLocks noGrp="1"/>
          </p:cNvSpPr>
          <p:nvPr>
            <p:ph idx="1"/>
          </p:nvPr>
        </p:nvSpPr>
        <p:spPr/>
        <p:txBody>
          <a:bodyPr/>
          <a:lstStyle/>
          <a:p>
            <a:r>
              <a:rPr lang="en-US" dirty="0"/>
              <a:t>Added numbers of papers for search queries</a:t>
            </a:r>
          </a:p>
          <a:p>
            <a:r>
              <a:rPr lang="en-US" dirty="0"/>
              <a:t>Added numbers for PRISMA diagram and PRISMA diagram created</a:t>
            </a:r>
          </a:p>
          <a:p>
            <a:r>
              <a:rPr lang="en-US" dirty="0"/>
              <a:t>Improved part with search process</a:t>
            </a:r>
          </a:p>
          <a:p>
            <a:r>
              <a:rPr lang="en-US" dirty="0"/>
              <a:t>Improved part with selection process</a:t>
            </a:r>
          </a:p>
          <a:p>
            <a:endParaRPr lang="ru-RU" dirty="0"/>
          </a:p>
        </p:txBody>
      </p:sp>
    </p:spTree>
    <p:extLst>
      <p:ext uri="{BB962C8B-B14F-4D97-AF65-F5344CB8AC3E}">
        <p14:creationId xmlns:p14="http://schemas.microsoft.com/office/powerpoint/2010/main" val="19156622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F93A42E-247E-4423-8A87-92F8AD563604}"/>
              </a:ext>
            </a:extLst>
          </p:cNvPr>
          <p:cNvSpPr>
            <a:spLocks noGrp="1"/>
          </p:cNvSpPr>
          <p:nvPr>
            <p:ph type="title"/>
          </p:nvPr>
        </p:nvSpPr>
        <p:spPr/>
        <p:txBody>
          <a:bodyPr/>
          <a:lstStyle/>
          <a:p>
            <a:r>
              <a:rPr lang="en-US" dirty="0"/>
              <a:t>Diagram</a:t>
            </a:r>
            <a:endParaRPr lang="ru-RU" dirty="0"/>
          </a:p>
        </p:txBody>
      </p:sp>
      <p:pic>
        <p:nvPicPr>
          <p:cNvPr id="5" name="Объект 4">
            <a:extLst>
              <a:ext uri="{FF2B5EF4-FFF2-40B4-BE49-F238E27FC236}">
                <a16:creationId xmlns:a16="http://schemas.microsoft.com/office/drawing/2014/main" id="{4BE6788E-D43A-45DF-B724-FD46BBA8C852}"/>
              </a:ext>
            </a:extLst>
          </p:cNvPr>
          <p:cNvPicPr>
            <a:picLocks noGrp="1" noChangeAspect="1"/>
          </p:cNvPicPr>
          <p:nvPr>
            <p:ph idx="1"/>
          </p:nvPr>
        </p:nvPicPr>
        <p:blipFill>
          <a:blip r:embed="rId2"/>
          <a:stretch>
            <a:fillRect/>
          </a:stretch>
        </p:blipFill>
        <p:spPr>
          <a:xfrm>
            <a:off x="3660083" y="780596"/>
            <a:ext cx="5893601" cy="5263944"/>
          </a:xfrm>
        </p:spPr>
      </p:pic>
    </p:spTree>
    <p:extLst>
      <p:ext uri="{BB962C8B-B14F-4D97-AF65-F5344CB8AC3E}">
        <p14:creationId xmlns:p14="http://schemas.microsoft.com/office/powerpoint/2010/main" val="31184316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BE38F9F-7DB7-4ECD-B280-3B7FA15B2F0B}"/>
              </a:ext>
            </a:extLst>
          </p:cNvPr>
          <p:cNvSpPr>
            <a:spLocks noGrp="1"/>
          </p:cNvSpPr>
          <p:nvPr>
            <p:ph type="title"/>
          </p:nvPr>
        </p:nvSpPr>
        <p:spPr/>
        <p:txBody>
          <a:bodyPr/>
          <a:lstStyle/>
          <a:p>
            <a:r>
              <a:rPr lang="en-US" dirty="0"/>
              <a:t>Selection process</a:t>
            </a:r>
            <a:endParaRPr lang="ru-RU" dirty="0"/>
          </a:p>
        </p:txBody>
      </p:sp>
      <p:graphicFrame>
        <p:nvGraphicFramePr>
          <p:cNvPr id="4" name="Объект 3">
            <a:extLst>
              <a:ext uri="{FF2B5EF4-FFF2-40B4-BE49-F238E27FC236}">
                <a16:creationId xmlns:a16="http://schemas.microsoft.com/office/drawing/2014/main" id="{B02A56E0-5319-474D-8E54-74B881B9D90F}"/>
              </a:ext>
            </a:extLst>
          </p:cNvPr>
          <p:cNvGraphicFramePr>
            <a:graphicFrameLocks noGrp="1"/>
          </p:cNvGraphicFramePr>
          <p:nvPr>
            <p:ph idx="1"/>
            <p:extLst>
              <p:ext uri="{D42A27DB-BD31-4B8C-83A1-F6EECF244321}">
                <p14:modId xmlns:p14="http://schemas.microsoft.com/office/powerpoint/2010/main" val="1092673466"/>
              </p:ext>
            </p:extLst>
          </p:nvPr>
        </p:nvGraphicFramePr>
        <p:xfrm>
          <a:off x="752104" y="1337528"/>
          <a:ext cx="10687791" cy="5512989"/>
        </p:xfrm>
        <a:graphic>
          <a:graphicData uri="http://schemas.openxmlformats.org/drawingml/2006/table">
            <a:tbl>
              <a:tblPr firstRow="1" firstCol="1" bandRow="1">
                <a:tableStyleId>{5C22544A-7EE6-4342-B048-85BDC9FD1C3A}</a:tableStyleId>
              </a:tblPr>
              <a:tblGrid>
                <a:gridCol w="4132613">
                  <a:extLst>
                    <a:ext uri="{9D8B030D-6E8A-4147-A177-3AD203B41FA5}">
                      <a16:colId xmlns:a16="http://schemas.microsoft.com/office/drawing/2014/main" val="1128451105"/>
                    </a:ext>
                  </a:extLst>
                </a:gridCol>
                <a:gridCol w="5486400">
                  <a:extLst>
                    <a:ext uri="{9D8B030D-6E8A-4147-A177-3AD203B41FA5}">
                      <a16:colId xmlns:a16="http://schemas.microsoft.com/office/drawing/2014/main" val="3079502261"/>
                    </a:ext>
                  </a:extLst>
                </a:gridCol>
                <a:gridCol w="1068778">
                  <a:extLst>
                    <a:ext uri="{9D8B030D-6E8A-4147-A177-3AD203B41FA5}">
                      <a16:colId xmlns:a16="http://schemas.microsoft.com/office/drawing/2014/main" val="1447856154"/>
                    </a:ext>
                  </a:extLst>
                </a:gridCol>
              </a:tblGrid>
              <a:tr h="526614">
                <a:tc>
                  <a:txBody>
                    <a:bodyPr/>
                    <a:lstStyle/>
                    <a:p>
                      <a:pPr marL="0" marR="0">
                        <a:lnSpc>
                          <a:spcPct val="107000"/>
                        </a:lnSpc>
                        <a:spcBef>
                          <a:spcPts val="1200"/>
                        </a:spcBef>
                        <a:spcAft>
                          <a:spcPts val="0"/>
                        </a:spcAft>
                      </a:pPr>
                      <a:r>
                        <a:rPr lang="ru-RU" sz="1600">
                          <a:effectLst/>
                        </a:rPr>
                        <a:t>Query</a:t>
                      </a:r>
                      <a:endParaRPr lang="ru-RU" sz="1600">
                        <a:effectLst/>
                        <a:latin typeface="Calibri" panose="020F0502020204030204" pitchFamily="34" charset="0"/>
                        <a:ea typeface="Calibri" panose="020F0502020204030204" pitchFamily="34" charset="0"/>
                        <a:cs typeface="Times New Roman" panose="02020603050405020304" pitchFamily="18" charset="0"/>
                      </a:endParaRPr>
                    </a:p>
                  </a:txBody>
                  <a:tcPr marL="39180" marR="39180" marT="39180" marB="39180"/>
                </a:tc>
                <a:tc>
                  <a:txBody>
                    <a:bodyPr/>
                    <a:lstStyle/>
                    <a:p>
                      <a:pPr marL="0" marR="0">
                        <a:lnSpc>
                          <a:spcPct val="107000"/>
                        </a:lnSpc>
                        <a:spcBef>
                          <a:spcPts val="1200"/>
                        </a:spcBef>
                        <a:spcAft>
                          <a:spcPts val="0"/>
                        </a:spcAft>
                      </a:pPr>
                      <a:r>
                        <a:rPr lang="ru-RU" sz="1600" dirty="0">
                          <a:effectLst/>
                        </a:rPr>
                        <a:t>Database</a:t>
                      </a:r>
                      <a:endParaRPr lang="ru-RU"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39180" marR="39180" marT="39180" marB="39180"/>
                </a:tc>
                <a:tc>
                  <a:txBody>
                    <a:bodyPr/>
                    <a:lstStyle/>
                    <a:p>
                      <a:pPr marL="0" marR="0">
                        <a:lnSpc>
                          <a:spcPct val="107000"/>
                        </a:lnSpc>
                        <a:spcBef>
                          <a:spcPts val="1200"/>
                        </a:spcBef>
                        <a:spcAft>
                          <a:spcPts val="0"/>
                        </a:spcAft>
                      </a:pPr>
                      <a:r>
                        <a:rPr lang="ru-RU" sz="1600" dirty="0" err="1">
                          <a:effectLst/>
                        </a:rPr>
                        <a:t>Result</a:t>
                      </a:r>
                      <a:endParaRPr lang="ru-RU"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39180" marR="39180" marT="39180" marB="39180"/>
                </a:tc>
                <a:extLst>
                  <a:ext uri="{0D108BD9-81ED-4DB2-BD59-A6C34878D82A}">
                    <a16:rowId xmlns:a16="http://schemas.microsoft.com/office/drawing/2014/main" val="1096979368"/>
                  </a:ext>
                </a:extLst>
              </a:tr>
              <a:tr h="254981">
                <a:tc rowSpan="3">
                  <a:txBody>
                    <a:bodyPr/>
                    <a:lstStyle/>
                    <a:p>
                      <a:pPr marL="0" marR="0">
                        <a:lnSpc>
                          <a:spcPct val="107000"/>
                        </a:lnSpc>
                        <a:spcBef>
                          <a:spcPts val="1200"/>
                        </a:spcBef>
                        <a:spcAft>
                          <a:spcPts val="0"/>
                        </a:spcAft>
                      </a:pPr>
                      <a:r>
                        <a:rPr lang="en-US" sz="1600">
                          <a:effectLst/>
                        </a:rPr>
                        <a:t>("SLAM" AND "LIDAR" AND "CAMERA") AND ("UAV" OR "drone") AND ("mapping" OR "odometry")</a:t>
                      </a:r>
                      <a:endParaRPr lang="ru-RU" sz="1600">
                        <a:effectLst/>
                        <a:latin typeface="Calibri" panose="020F0502020204030204" pitchFamily="34" charset="0"/>
                        <a:ea typeface="Calibri" panose="020F0502020204030204" pitchFamily="34" charset="0"/>
                        <a:cs typeface="Times New Roman" panose="02020603050405020304" pitchFamily="18" charset="0"/>
                      </a:endParaRPr>
                    </a:p>
                  </a:txBody>
                  <a:tcPr marL="39180" marR="39180" marT="39180" marB="39180"/>
                </a:tc>
                <a:tc>
                  <a:txBody>
                    <a:bodyPr/>
                    <a:lstStyle/>
                    <a:p>
                      <a:pPr marL="0" marR="0">
                        <a:lnSpc>
                          <a:spcPct val="107000"/>
                        </a:lnSpc>
                        <a:spcBef>
                          <a:spcPts val="1200"/>
                        </a:spcBef>
                        <a:spcAft>
                          <a:spcPts val="0"/>
                        </a:spcAft>
                      </a:pPr>
                      <a:r>
                        <a:rPr lang="ru-RU" sz="1600">
                          <a:effectLst/>
                        </a:rPr>
                        <a:t>Google Scholar</a:t>
                      </a:r>
                      <a:endParaRPr lang="ru-RU" sz="1600">
                        <a:effectLst/>
                        <a:latin typeface="Calibri" panose="020F0502020204030204" pitchFamily="34" charset="0"/>
                        <a:ea typeface="Calibri" panose="020F0502020204030204" pitchFamily="34" charset="0"/>
                        <a:cs typeface="Times New Roman" panose="02020603050405020304" pitchFamily="18" charset="0"/>
                      </a:endParaRPr>
                    </a:p>
                  </a:txBody>
                  <a:tcPr marL="39180" marR="39180" marT="39180" marB="39180"/>
                </a:tc>
                <a:tc>
                  <a:txBody>
                    <a:bodyPr/>
                    <a:lstStyle/>
                    <a:p>
                      <a:pPr marL="0" marR="0">
                        <a:lnSpc>
                          <a:spcPct val="107000"/>
                        </a:lnSpc>
                        <a:spcBef>
                          <a:spcPts val="1200"/>
                        </a:spcBef>
                        <a:spcAft>
                          <a:spcPts val="0"/>
                        </a:spcAft>
                      </a:pPr>
                      <a:r>
                        <a:rPr lang="ru-RU" sz="1600">
                          <a:effectLst/>
                        </a:rPr>
                        <a:t>82</a:t>
                      </a:r>
                      <a:endParaRPr lang="ru-RU" sz="1600">
                        <a:effectLst/>
                        <a:latin typeface="Calibri" panose="020F0502020204030204" pitchFamily="34" charset="0"/>
                        <a:ea typeface="Calibri" panose="020F0502020204030204" pitchFamily="34" charset="0"/>
                        <a:cs typeface="Times New Roman" panose="02020603050405020304" pitchFamily="18" charset="0"/>
                      </a:endParaRPr>
                    </a:p>
                  </a:txBody>
                  <a:tcPr marL="39180" marR="39180" marT="39180" marB="39180"/>
                </a:tc>
                <a:extLst>
                  <a:ext uri="{0D108BD9-81ED-4DB2-BD59-A6C34878D82A}">
                    <a16:rowId xmlns:a16="http://schemas.microsoft.com/office/drawing/2014/main" val="600430746"/>
                  </a:ext>
                </a:extLst>
              </a:tr>
              <a:tr h="254981">
                <a:tc vMerge="1">
                  <a:txBody>
                    <a:bodyPr/>
                    <a:lstStyle/>
                    <a:p>
                      <a:endParaRPr lang="ru-RU"/>
                    </a:p>
                  </a:txBody>
                  <a:tcPr/>
                </a:tc>
                <a:tc>
                  <a:txBody>
                    <a:bodyPr/>
                    <a:lstStyle/>
                    <a:p>
                      <a:pPr marL="0" marR="0">
                        <a:lnSpc>
                          <a:spcPct val="107000"/>
                        </a:lnSpc>
                        <a:spcBef>
                          <a:spcPts val="1200"/>
                        </a:spcBef>
                        <a:spcAft>
                          <a:spcPts val="0"/>
                        </a:spcAft>
                      </a:pPr>
                      <a:r>
                        <a:rPr lang="ru-RU" sz="1600">
                          <a:effectLst/>
                        </a:rPr>
                        <a:t>Science Direct</a:t>
                      </a:r>
                      <a:endParaRPr lang="ru-RU" sz="1600">
                        <a:effectLst/>
                        <a:latin typeface="Calibri" panose="020F0502020204030204" pitchFamily="34" charset="0"/>
                        <a:ea typeface="Calibri" panose="020F0502020204030204" pitchFamily="34" charset="0"/>
                        <a:cs typeface="Times New Roman" panose="02020603050405020304" pitchFamily="18" charset="0"/>
                      </a:endParaRPr>
                    </a:p>
                  </a:txBody>
                  <a:tcPr marL="39180" marR="39180" marT="39180" marB="39180"/>
                </a:tc>
                <a:tc>
                  <a:txBody>
                    <a:bodyPr/>
                    <a:lstStyle/>
                    <a:p>
                      <a:pPr marL="0" marR="0">
                        <a:lnSpc>
                          <a:spcPct val="107000"/>
                        </a:lnSpc>
                        <a:spcBef>
                          <a:spcPts val="1200"/>
                        </a:spcBef>
                        <a:spcAft>
                          <a:spcPts val="0"/>
                        </a:spcAft>
                      </a:pPr>
                      <a:r>
                        <a:rPr lang="ru-RU" sz="1600">
                          <a:effectLst/>
                        </a:rPr>
                        <a:t>23</a:t>
                      </a:r>
                      <a:endParaRPr lang="ru-RU" sz="1600">
                        <a:effectLst/>
                        <a:latin typeface="Calibri" panose="020F0502020204030204" pitchFamily="34" charset="0"/>
                        <a:ea typeface="Calibri" panose="020F0502020204030204" pitchFamily="34" charset="0"/>
                        <a:cs typeface="Times New Roman" panose="02020603050405020304" pitchFamily="18" charset="0"/>
                      </a:endParaRPr>
                    </a:p>
                  </a:txBody>
                  <a:tcPr marL="39180" marR="39180" marT="39180" marB="39180"/>
                </a:tc>
                <a:extLst>
                  <a:ext uri="{0D108BD9-81ED-4DB2-BD59-A6C34878D82A}">
                    <a16:rowId xmlns:a16="http://schemas.microsoft.com/office/drawing/2014/main" val="2227672309"/>
                  </a:ext>
                </a:extLst>
              </a:tr>
              <a:tr h="164437">
                <a:tc vMerge="1">
                  <a:txBody>
                    <a:bodyPr/>
                    <a:lstStyle/>
                    <a:p>
                      <a:endParaRPr lang="ru-RU"/>
                    </a:p>
                  </a:txBody>
                  <a:tcPr/>
                </a:tc>
                <a:tc>
                  <a:txBody>
                    <a:bodyPr/>
                    <a:lstStyle/>
                    <a:p>
                      <a:pPr marL="0" marR="0">
                        <a:lnSpc>
                          <a:spcPct val="107000"/>
                        </a:lnSpc>
                        <a:spcBef>
                          <a:spcPts val="1200"/>
                        </a:spcBef>
                        <a:spcAft>
                          <a:spcPts val="0"/>
                        </a:spcAft>
                      </a:pPr>
                      <a:r>
                        <a:rPr lang="ru-RU" sz="1600">
                          <a:effectLst/>
                        </a:rPr>
                        <a:t>IEEE Xplore</a:t>
                      </a:r>
                      <a:endParaRPr lang="ru-RU" sz="1600">
                        <a:effectLst/>
                        <a:latin typeface="Calibri" panose="020F0502020204030204" pitchFamily="34" charset="0"/>
                        <a:ea typeface="Calibri" panose="020F0502020204030204" pitchFamily="34" charset="0"/>
                        <a:cs typeface="Times New Roman" panose="02020603050405020304" pitchFamily="18" charset="0"/>
                      </a:endParaRPr>
                    </a:p>
                  </a:txBody>
                  <a:tcPr marL="39180" marR="39180" marT="39180" marB="39180"/>
                </a:tc>
                <a:tc>
                  <a:txBody>
                    <a:bodyPr/>
                    <a:lstStyle/>
                    <a:p>
                      <a:pPr marL="0" marR="0">
                        <a:lnSpc>
                          <a:spcPct val="107000"/>
                        </a:lnSpc>
                        <a:spcBef>
                          <a:spcPts val="1200"/>
                        </a:spcBef>
                        <a:spcAft>
                          <a:spcPts val="0"/>
                        </a:spcAft>
                      </a:pPr>
                      <a:r>
                        <a:rPr lang="ru-RU" sz="1600">
                          <a:effectLst/>
                        </a:rPr>
                        <a:t>3</a:t>
                      </a:r>
                      <a:endParaRPr lang="ru-RU" sz="1600">
                        <a:effectLst/>
                        <a:latin typeface="Calibri" panose="020F0502020204030204" pitchFamily="34" charset="0"/>
                        <a:ea typeface="Calibri" panose="020F0502020204030204" pitchFamily="34" charset="0"/>
                        <a:cs typeface="Times New Roman" panose="02020603050405020304" pitchFamily="18" charset="0"/>
                      </a:endParaRPr>
                    </a:p>
                  </a:txBody>
                  <a:tcPr marL="39180" marR="39180" marT="39180" marB="39180"/>
                </a:tc>
                <a:extLst>
                  <a:ext uri="{0D108BD9-81ED-4DB2-BD59-A6C34878D82A}">
                    <a16:rowId xmlns:a16="http://schemas.microsoft.com/office/drawing/2014/main" val="3098605257"/>
                  </a:ext>
                </a:extLst>
              </a:tr>
              <a:tr h="345526">
                <a:tc rowSpan="3">
                  <a:txBody>
                    <a:bodyPr/>
                    <a:lstStyle/>
                    <a:p>
                      <a:pPr marL="0" marR="0">
                        <a:lnSpc>
                          <a:spcPct val="107000"/>
                        </a:lnSpc>
                        <a:spcBef>
                          <a:spcPts val="1200"/>
                        </a:spcBef>
                        <a:spcAft>
                          <a:spcPts val="0"/>
                        </a:spcAft>
                      </a:pPr>
                      <a:r>
                        <a:rPr lang="en-US" sz="1600">
                          <a:effectLst/>
                        </a:rPr>
                        <a:t>"SLAM" AND ("LIDAR" OR "CAMERA") AND ("UAV" OR "drone") AND ("mapping" OR "odometry")</a:t>
                      </a:r>
                      <a:endParaRPr lang="ru-RU" sz="1600">
                        <a:effectLst/>
                        <a:latin typeface="Calibri" panose="020F0502020204030204" pitchFamily="34" charset="0"/>
                        <a:ea typeface="Calibri" panose="020F0502020204030204" pitchFamily="34" charset="0"/>
                        <a:cs typeface="Times New Roman" panose="02020603050405020304" pitchFamily="18" charset="0"/>
                      </a:endParaRPr>
                    </a:p>
                  </a:txBody>
                  <a:tcPr marL="39180" marR="39180" marT="39180" marB="39180"/>
                </a:tc>
                <a:tc>
                  <a:txBody>
                    <a:bodyPr/>
                    <a:lstStyle/>
                    <a:p>
                      <a:pPr marL="0" marR="0">
                        <a:lnSpc>
                          <a:spcPct val="107000"/>
                        </a:lnSpc>
                        <a:spcBef>
                          <a:spcPts val="1200"/>
                        </a:spcBef>
                        <a:spcAft>
                          <a:spcPts val="0"/>
                        </a:spcAft>
                      </a:pPr>
                      <a:r>
                        <a:rPr lang="ru-RU" sz="1600">
                          <a:effectLst/>
                        </a:rPr>
                        <a:t>Google Scholar</a:t>
                      </a:r>
                      <a:endParaRPr lang="ru-RU" sz="1600">
                        <a:effectLst/>
                        <a:latin typeface="Calibri" panose="020F0502020204030204" pitchFamily="34" charset="0"/>
                        <a:ea typeface="Calibri" panose="020F0502020204030204" pitchFamily="34" charset="0"/>
                        <a:cs typeface="Times New Roman" panose="02020603050405020304" pitchFamily="18" charset="0"/>
                      </a:endParaRPr>
                    </a:p>
                  </a:txBody>
                  <a:tcPr marL="39180" marR="39180" marT="39180" marB="39180"/>
                </a:tc>
                <a:tc>
                  <a:txBody>
                    <a:bodyPr/>
                    <a:lstStyle/>
                    <a:p>
                      <a:pPr marL="0" marR="0">
                        <a:lnSpc>
                          <a:spcPct val="107000"/>
                        </a:lnSpc>
                        <a:spcBef>
                          <a:spcPts val="1200"/>
                        </a:spcBef>
                        <a:spcAft>
                          <a:spcPts val="0"/>
                        </a:spcAft>
                      </a:pPr>
                      <a:r>
                        <a:rPr lang="ru-RU" sz="1600">
                          <a:effectLst/>
                        </a:rPr>
                        <a:t>155</a:t>
                      </a:r>
                      <a:endParaRPr lang="ru-RU" sz="1600">
                        <a:effectLst/>
                        <a:latin typeface="Calibri" panose="020F0502020204030204" pitchFamily="34" charset="0"/>
                        <a:ea typeface="Calibri" panose="020F0502020204030204" pitchFamily="34" charset="0"/>
                        <a:cs typeface="Times New Roman" panose="02020603050405020304" pitchFamily="18" charset="0"/>
                      </a:endParaRPr>
                    </a:p>
                  </a:txBody>
                  <a:tcPr marL="39180" marR="39180" marT="39180" marB="39180"/>
                </a:tc>
                <a:extLst>
                  <a:ext uri="{0D108BD9-81ED-4DB2-BD59-A6C34878D82A}">
                    <a16:rowId xmlns:a16="http://schemas.microsoft.com/office/drawing/2014/main" val="1264909209"/>
                  </a:ext>
                </a:extLst>
              </a:tr>
              <a:tr h="254981">
                <a:tc vMerge="1">
                  <a:txBody>
                    <a:bodyPr/>
                    <a:lstStyle/>
                    <a:p>
                      <a:endParaRPr lang="ru-RU"/>
                    </a:p>
                  </a:txBody>
                  <a:tcPr/>
                </a:tc>
                <a:tc>
                  <a:txBody>
                    <a:bodyPr/>
                    <a:lstStyle/>
                    <a:p>
                      <a:pPr marL="0" marR="0">
                        <a:lnSpc>
                          <a:spcPct val="107000"/>
                        </a:lnSpc>
                        <a:spcBef>
                          <a:spcPts val="1200"/>
                        </a:spcBef>
                        <a:spcAft>
                          <a:spcPts val="0"/>
                        </a:spcAft>
                      </a:pPr>
                      <a:r>
                        <a:rPr lang="ru-RU" sz="1600">
                          <a:effectLst/>
                        </a:rPr>
                        <a:t>Science Direct</a:t>
                      </a:r>
                      <a:endParaRPr lang="ru-RU" sz="1600">
                        <a:effectLst/>
                        <a:latin typeface="Calibri" panose="020F0502020204030204" pitchFamily="34" charset="0"/>
                        <a:ea typeface="Calibri" panose="020F0502020204030204" pitchFamily="34" charset="0"/>
                        <a:cs typeface="Times New Roman" panose="02020603050405020304" pitchFamily="18" charset="0"/>
                      </a:endParaRPr>
                    </a:p>
                  </a:txBody>
                  <a:tcPr marL="39180" marR="39180" marT="39180" marB="39180"/>
                </a:tc>
                <a:tc>
                  <a:txBody>
                    <a:bodyPr/>
                    <a:lstStyle/>
                    <a:p>
                      <a:pPr marL="0" marR="0">
                        <a:lnSpc>
                          <a:spcPct val="107000"/>
                        </a:lnSpc>
                        <a:spcBef>
                          <a:spcPts val="1200"/>
                        </a:spcBef>
                        <a:spcAft>
                          <a:spcPts val="0"/>
                        </a:spcAft>
                      </a:pPr>
                      <a:r>
                        <a:rPr lang="ru-RU" sz="1600">
                          <a:effectLst/>
                        </a:rPr>
                        <a:t>49</a:t>
                      </a:r>
                      <a:endParaRPr lang="ru-RU" sz="1600">
                        <a:effectLst/>
                        <a:latin typeface="Calibri" panose="020F0502020204030204" pitchFamily="34" charset="0"/>
                        <a:ea typeface="Calibri" panose="020F0502020204030204" pitchFamily="34" charset="0"/>
                        <a:cs typeface="Times New Roman" panose="02020603050405020304" pitchFamily="18" charset="0"/>
                      </a:endParaRPr>
                    </a:p>
                  </a:txBody>
                  <a:tcPr marL="39180" marR="39180" marT="39180" marB="39180"/>
                </a:tc>
                <a:extLst>
                  <a:ext uri="{0D108BD9-81ED-4DB2-BD59-A6C34878D82A}">
                    <a16:rowId xmlns:a16="http://schemas.microsoft.com/office/drawing/2014/main" val="1325606180"/>
                  </a:ext>
                </a:extLst>
              </a:tr>
              <a:tr h="254981">
                <a:tc vMerge="1">
                  <a:txBody>
                    <a:bodyPr/>
                    <a:lstStyle/>
                    <a:p>
                      <a:endParaRPr lang="ru-RU"/>
                    </a:p>
                  </a:txBody>
                  <a:tcPr/>
                </a:tc>
                <a:tc>
                  <a:txBody>
                    <a:bodyPr/>
                    <a:lstStyle/>
                    <a:p>
                      <a:pPr marL="0" marR="0">
                        <a:lnSpc>
                          <a:spcPct val="107000"/>
                        </a:lnSpc>
                        <a:spcBef>
                          <a:spcPts val="1200"/>
                        </a:spcBef>
                        <a:spcAft>
                          <a:spcPts val="0"/>
                        </a:spcAft>
                      </a:pPr>
                      <a:r>
                        <a:rPr lang="ru-RU" sz="1600">
                          <a:effectLst/>
                        </a:rPr>
                        <a:t>IEEE Xplore</a:t>
                      </a:r>
                      <a:endParaRPr lang="ru-RU" sz="1600">
                        <a:effectLst/>
                        <a:latin typeface="Calibri" panose="020F0502020204030204" pitchFamily="34" charset="0"/>
                        <a:ea typeface="Calibri" panose="020F0502020204030204" pitchFamily="34" charset="0"/>
                        <a:cs typeface="Times New Roman" panose="02020603050405020304" pitchFamily="18" charset="0"/>
                      </a:endParaRPr>
                    </a:p>
                  </a:txBody>
                  <a:tcPr marL="39180" marR="39180" marT="39180" marB="39180"/>
                </a:tc>
                <a:tc>
                  <a:txBody>
                    <a:bodyPr/>
                    <a:lstStyle/>
                    <a:p>
                      <a:pPr marL="0" marR="0">
                        <a:lnSpc>
                          <a:spcPct val="107000"/>
                        </a:lnSpc>
                        <a:spcBef>
                          <a:spcPts val="1200"/>
                        </a:spcBef>
                        <a:spcAft>
                          <a:spcPts val="0"/>
                        </a:spcAft>
                      </a:pPr>
                      <a:r>
                        <a:rPr lang="ru-RU" sz="1600">
                          <a:effectLst/>
                        </a:rPr>
                        <a:t>18</a:t>
                      </a:r>
                      <a:endParaRPr lang="ru-RU" sz="1600">
                        <a:effectLst/>
                        <a:latin typeface="Calibri" panose="020F0502020204030204" pitchFamily="34" charset="0"/>
                        <a:ea typeface="Calibri" panose="020F0502020204030204" pitchFamily="34" charset="0"/>
                        <a:cs typeface="Times New Roman" panose="02020603050405020304" pitchFamily="18" charset="0"/>
                      </a:endParaRPr>
                    </a:p>
                  </a:txBody>
                  <a:tcPr marL="39180" marR="39180" marT="39180" marB="39180"/>
                </a:tc>
                <a:extLst>
                  <a:ext uri="{0D108BD9-81ED-4DB2-BD59-A6C34878D82A}">
                    <a16:rowId xmlns:a16="http://schemas.microsoft.com/office/drawing/2014/main" val="159234446"/>
                  </a:ext>
                </a:extLst>
              </a:tr>
              <a:tr h="345526">
                <a:tc rowSpan="3">
                  <a:txBody>
                    <a:bodyPr/>
                    <a:lstStyle/>
                    <a:p>
                      <a:pPr marL="0" marR="0">
                        <a:lnSpc>
                          <a:spcPct val="107000"/>
                        </a:lnSpc>
                        <a:spcBef>
                          <a:spcPts val="1200"/>
                        </a:spcBef>
                        <a:spcAft>
                          <a:spcPts val="0"/>
                        </a:spcAft>
                      </a:pPr>
                      <a:r>
                        <a:rPr lang="en-US" sz="1600">
                          <a:effectLst/>
                        </a:rPr>
                        <a:t>(("Odometry" OR "localization") AND ("mapping" OR "SLAM")) AND (("Camera" AND "lidar") AND ("imu" AND ("gnss" OR  “gps”)) </a:t>
                      </a:r>
                      <a:endParaRPr lang="ru-RU" sz="1600">
                        <a:effectLst/>
                        <a:latin typeface="Calibri" panose="020F0502020204030204" pitchFamily="34" charset="0"/>
                        <a:ea typeface="Calibri" panose="020F0502020204030204" pitchFamily="34" charset="0"/>
                        <a:cs typeface="Times New Roman" panose="02020603050405020304" pitchFamily="18" charset="0"/>
                      </a:endParaRPr>
                    </a:p>
                  </a:txBody>
                  <a:tcPr marL="39180" marR="39180" marT="39180" marB="39180"/>
                </a:tc>
                <a:tc>
                  <a:txBody>
                    <a:bodyPr/>
                    <a:lstStyle/>
                    <a:p>
                      <a:pPr marL="0" marR="0">
                        <a:lnSpc>
                          <a:spcPct val="107000"/>
                        </a:lnSpc>
                        <a:spcBef>
                          <a:spcPts val="1200"/>
                        </a:spcBef>
                        <a:spcAft>
                          <a:spcPts val="0"/>
                        </a:spcAft>
                      </a:pPr>
                      <a:r>
                        <a:rPr lang="ru-RU" sz="1600">
                          <a:effectLst/>
                        </a:rPr>
                        <a:t>Google Scholar</a:t>
                      </a:r>
                      <a:endParaRPr lang="ru-RU" sz="1600">
                        <a:effectLst/>
                        <a:latin typeface="Calibri" panose="020F0502020204030204" pitchFamily="34" charset="0"/>
                        <a:ea typeface="Calibri" panose="020F0502020204030204" pitchFamily="34" charset="0"/>
                        <a:cs typeface="Times New Roman" panose="02020603050405020304" pitchFamily="18" charset="0"/>
                      </a:endParaRPr>
                    </a:p>
                  </a:txBody>
                  <a:tcPr marL="39180" marR="39180" marT="39180" marB="39180"/>
                </a:tc>
                <a:tc>
                  <a:txBody>
                    <a:bodyPr/>
                    <a:lstStyle/>
                    <a:p>
                      <a:pPr marL="0" marR="0">
                        <a:lnSpc>
                          <a:spcPct val="107000"/>
                        </a:lnSpc>
                        <a:spcBef>
                          <a:spcPts val="1200"/>
                        </a:spcBef>
                        <a:spcAft>
                          <a:spcPts val="0"/>
                        </a:spcAft>
                      </a:pPr>
                      <a:r>
                        <a:rPr lang="ru-RU" sz="1600">
                          <a:effectLst/>
                        </a:rPr>
                        <a:t>128</a:t>
                      </a:r>
                      <a:endParaRPr lang="ru-RU" sz="1600">
                        <a:effectLst/>
                        <a:latin typeface="Calibri" panose="020F0502020204030204" pitchFamily="34" charset="0"/>
                        <a:ea typeface="Calibri" panose="020F0502020204030204" pitchFamily="34" charset="0"/>
                        <a:cs typeface="Times New Roman" panose="02020603050405020304" pitchFamily="18" charset="0"/>
                      </a:endParaRPr>
                    </a:p>
                  </a:txBody>
                  <a:tcPr marL="39180" marR="39180" marT="39180" marB="39180"/>
                </a:tc>
                <a:extLst>
                  <a:ext uri="{0D108BD9-81ED-4DB2-BD59-A6C34878D82A}">
                    <a16:rowId xmlns:a16="http://schemas.microsoft.com/office/drawing/2014/main" val="2317548154"/>
                  </a:ext>
                </a:extLst>
              </a:tr>
              <a:tr h="254981">
                <a:tc vMerge="1">
                  <a:txBody>
                    <a:bodyPr/>
                    <a:lstStyle/>
                    <a:p>
                      <a:endParaRPr lang="ru-RU"/>
                    </a:p>
                  </a:txBody>
                  <a:tcPr/>
                </a:tc>
                <a:tc>
                  <a:txBody>
                    <a:bodyPr/>
                    <a:lstStyle/>
                    <a:p>
                      <a:pPr marL="0" marR="0">
                        <a:lnSpc>
                          <a:spcPct val="107000"/>
                        </a:lnSpc>
                        <a:spcBef>
                          <a:spcPts val="1200"/>
                        </a:spcBef>
                        <a:spcAft>
                          <a:spcPts val="0"/>
                        </a:spcAft>
                      </a:pPr>
                      <a:r>
                        <a:rPr lang="ru-RU" sz="1600" dirty="0">
                          <a:effectLst/>
                        </a:rPr>
                        <a:t>Science Direct</a:t>
                      </a:r>
                      <a:endParaRPr lang="ru-RU"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39180" marR="39180" marT="39180" marB="39180"/>
                </a:tc>
                <a:tc>
                  <a:txBody>
                    <a:bodyPr/>
                    <a:lstStyle/>
                    <a:p>
                      <a:pPr marL="0" marR="0">
                        <a:lnSpc>
                          <a:spcPct val="107000"/>
                        </a:lnSpc>
                        <a:spcBef>
                          <a:spcPts val="1200"/>
                        </a:spcBef>
                        <a:spcAft>
                          <a:spcPts val="0"/>
                        </a:spcAft>
                      </a:pPr>
                      <a:r>
                        <a:rPr lang="ru-RU" sz="1600">
                          <a:effectLst/>
                        </a:rPr>
                        <a:t>34</a:t>
                      </a:r>
                      <a:endParaRPr lang="ru-RU" sz="1600">
                        <a:effectLst/>
                        <a:latin typeface="Calibri" panose="020F0502020204030204" pitchFamily="34" charset="0"/>
                        <a:ea typeface="Calibri" panose="020F0502020204030204" pitchFamily="34" charset="0"/>
                        <a:cs typeface="Times New Roman" panose="02020603050405020304" pitchFamily="18" charset="0"/>
                      </a:endParaRPr>
                    </a:p>
                  </a:txBody>
                  <a:tcPr marL="39180" marR="39180" marT="39180" marB="39180"/>
                </a:tc>
                <a:extLst>
                  <a:ext uri="{0D108BD9-81ED-4DB2-BD59-A6C34878D82A}">
                    <a16:rowId xmlns:a16="http://schemas.microsoft.com/office/drawing/2014/main" val="677035600"/>
                  </a:ext>
                </a:extLst>
              </a:tr>
              <a:tr h="164437">
                <a:tc vMerge="1">
                  <a:txBody>
                    <a:bodyPr/>
                    <a:lstStyle/>
                    <a:p>
                      <a:endParaRPr lang="ru-RU"/>
                    </a:p>
                  </a:txBody>
                  <a:tcPr/>
                </a:tc>
                <a:tc>
                  <a:txBody>
                    <a:bodyPr/>
                    <a:lstStyle/>
                    <a:p>
                      <a:pPr marL="0" marR="0">
                        <a:lnSpc>
                          <a:spcPct val="107000"/>
                        </a:lnSpc>
                        <a:spcBef>
                          <a:spcPts val="1200"/>
                        </a:spcBef>
                        <a:spcAft>
                          <a:spcPts val="0"/>
                        </a:spcAft>
                      </a:pPr>
                      <a:r>
                        <a:rPr lang="ru-RU" sz="1600">
                          <a:effectLst/>
                        </a:rPr>
                        <a:t>IEEE Xplore</a:t>
                      </a:r>
                      <a:endParaRPr lang="ru-RU" sz="1600">
                        <a:effectLst/>
                        <a:latin typeface="Calibri" panose="020F0502020204030204" pitchFamily="34" charset="0"/>
                        <a:ea typeface="Calibri" panose="020F0502020204030204" pitchFamily="34" charset="0"/>
                        <a:cs typeface="Times New Roman" panose="02020603050405020304" pitchFamily="18" charset="0"/>
                      </a:endParaRPr>
                    </a:p>
                  </a:txBody>
                  <a:tcPr marL="39180" marR="39180" marT="39180" marB="39180"/>
                </a:tc>
                <a:tc>
                  <a:txBody>
                    <a:bodyPr/>
                    <a:lstStyle/>
                    <a:p>
                      <a:pPr marL="0" marR="0">
                        <a:lnSpc>
                          <a:spcPct val="107000"/>
                        </a:lnSpc>
                        <a:spcBef>
                          <a:spcPts val="1200"/>
                        </a:spcBef>
                        <a:spcAft>
                          <a:spcPts val="0"/>
                        </a:spcAft>
                      </a:pPr>
                      <a:r>
                        <a:rPr lang="ru-RU" sz="1600">
                          <a:effectLst/>
                        </a:rPr>
                        <a:t>4</a:t>
                      </a:r>
                      <a:endParaRPr lang="ru-RU" sz="1600">
                        <a:effectLst/>
                        <a:latin typeface="Calibri" panose="020F0502020204030204" pitchFamily="34" charset="0"/>
                        <a:ea typeface="Calibri" panose="020F0502020204030204" pitchFamily="34" charset="0"/>
                        <a:cs typeface="Times New Roman" panose="02020603050405020304" pitchFamily="18" charset="0"/>
                      </a:endParaRPr>
                    </a:p>
                  </a:txBody>
                  <a:tcPr marL="39180" marR="39180" marT="39180" marB="39180"/>
                </a:tc>
                <a:extLst>
                  <a:ext uri="{0D108BD9-81ED-4DB2-BD59-A6C34878D82A}">
                    <a16:rowId xmlns:a16="http://schemas.microsoft.com/office/drawing/2014/main" val="1987621366"/>
                  </a:ext>
                </a:extLst>
              </a:tr>
              <a:tr h="345526">
                <a:tc rowSpan="3">
                  <a:txBody>
                    <a:bodyPr/>
                    <a:lstStyle/>
                    <a:p>
                      <a:pPr marL="0" marR="0">
                        <a:lnSpc>
                          <a:spcPct val="107000"/>
                        </a:lnSpc>
                        <a:spcBef>
                          <a:spcPts val="1200"/>
                        </a:spcBef>
                        <a:spcAft>
                          <a:spcPts val="0"/>
                        </a:spcAft>
                      </a:pPr>
                      <a:r>
                        <a:rPr lang="en-US" sz="1600">
                          <a:effectLst/>
                        </a:rPr>
                        <a:t>"SLAM" AND "LiDAR" AND "odometry" AND "UAV</a:t>
                      </a:r>
                      <a:endParaRPr lang="ru-RU" sz="1600">
                        <a:effectLst/>
                        <a:latin typeface="Calibri" panose="020F0502020204030204" pitchFamily="34" charset="0"/>
                        <a:ea typeface="Calibri" panose="020F0502020204030204" pitchFamily="34" charset="0"/>
                        <a:cs typeface="Times New Roman" panose="02020603050405020304" pitchFamily="18" charset="0"/>
                      </a:endParaRPr>
                    </a:p>
                  </a:txBody>
                  <a:tcPr marL="39180" marR="39180" marT="39180" marB="39180"/>
                </a:tc>
                <a:tc>
                  <a:txBody>
                    <a:bodyPr/>
                    <a:lstStyle/>
                    <a:p>
                      <a:pPr marL="0" marR="0">
                        <a:lnSpc>
                          <a:spcPct val="107000"/>
                        </a:lnSpc>
                        <a:spcBef>
                          <a:spcPts val="1200"/>
                        </a:spcBef>
                        <a:spcAft>
                          <a:spcPts val="0"/>
                        </a:spcAft>
                      </a:pPr>
                      <a:r>
                        <a:rPr lang="ru-RU" sz="1600">
                          <a:effectLst/>
                        </a:rPr>
                        <a:t>Google Scholar</a:t>
                      </a:r>
                      <a:endParaRPr lang="ru-RU" sz="1600">
                        <a:effectLst/>
                        <a:latin typeface="Calibri" panose="020F0502020204030204" pitchFamily="34" charset="0"/>
                        <a:ea typeface="Calibri" panose="020F0502020204030204" pitchFamily="34" charset="0"/>
                        <a:cs typeface="Times New Roman" panose="02020603050405020304" pitchFamily="18" charset="0"/>
                      </a:endParaRPr>
                    </a:p>
                  </a:txBody>
                  <a:tcPr marL="39180" marR="39180" marT="39180" marB="39180"/>
                </a:tc>
                <a:tc>
                  <a:txBody>
                    <a:bodyPr/>
                    <a:lstStyle/>
                    <a:p>
                      <a:pPr marL="0" marR="0">
                        <a:lnSpc>
                          <a:spcPct val="107000"/>
                        </a:lnSpc>
                        <a:spcBef>
                          <a:spcPts val="1200"/>
                        </a:spcBef>
                        <a:spcAft>
                          <a:spcPts val="0"/>
                        </a:spcAft>
                      </a:pPr>
                      <a:r>
                        <a:rPr lang="ru-RU" sz="1600">
                          <a:effectLst/>
                        </a:rPr>
                        <a:t>40 </a:t>
                      </a:r>
                      <a:endParaRPr lang="ru-RU" sz="1600">
                        <a:effectLst/>
                        <a:latin typeface="Calibri" panose="020F0502020204030204" pitchFamily="34" charset="0"/>
                        <a:ea typeface="Calibri" panose="020F0502020204030204" pitchFamily="34" charset="0"/>
                        <a:cs typeface="Times New Roman" panose="02020603050405020304" pitchFamily="18" charset="0"/>
                      </a:endParaRPr>
                    </a:p>
                  </a:txBody>
                  <a:tcPr marL="39180" marR="39180" marT="39180" marB="39180"/>
                </a:tc>
                <a:extLst>
                  <a:ext uri="{0D108BD9-81ED-4DB2-BD59-A6C34878D82A}">
                    <a16:rowId xmlns:a16="http://schemas.microsoft.com/office/drawing/2014/main" val="25089508"/>
                  </a:ext>
                </a:extLst>
              </a:tr>
              <a:tr h="254981">
                <a:tc vMerge="1">
                  <a:txBody>
                    <a:bodyPr/>
                    <a:lstStyle/>
                    <a:p>
                      <a:endParaRPr lang="ru-RU"/>
                    </a:p>
                  </a:txBody>
                  <a:tcPr/>
                </a:tc>
                <a:tc>
                  <a:txBody>
                    <a:bodyPr/>
                    <a:lstStyle/>
                    <a:p>
                      <a:pPr marL="0" marR="0">
                        <a:lnSpc>
                          <a:spcPct val="107000"/>
                        </a:lnSpc>
                        <a:spcBef>
                          <a:spcPts val="1200"/>
                        </a:spcBef>
                        <a:spcAft>
                          <a:spcPts val="0"/>
                        </a:spcAft>
                      </a:pPr>
                      <a:r>
                        <a:rPr lang="ru-RU" sz="1600">
                          <a:effectLst/>
                        </a:rPr>
                        <a:t>Science Direct</a:t>
                      </a:r>
                      <a:endParaRPr lang="ru-RU" sz="1600">
                        <a:effectLst/>
                        <a:latin typeface="Calibri" panose="020F0502020204030204" pitchFamily="34" charset="0"/>
                        <a:ea typeface="Calibri" panose="020F0502020204030204" pitchFamily="34" charset="0"/>
                        <a:cs typeface="Times New Roman" panose="02020603050405020304" pitchFamily="18" charset="0"/>
                      </a:endParaRPr>
                    </a:p>
                  </a:txBody>
                  <a:tcPr marL="39180" marR="39180" marT="39180" marB="39180"/>
                </a:tc>
                <a:tc>
                  <a:txBody>
                    <a:bodyPr/>
                    <a:lstStyle/>
                    <a:p>
                      <a:pPr marL="0" marR="0">
                        <a:lnSpc>
                          <a:spcPct val="107000"/>
                        </a:lnSpc>
                        <a:spcBef>
                          <a:spcPts val="1200"/>
                        </a:spcBef>
                        <a:spcAft>
                          <a:spcPts val="0"/>
                        </a:spcAft>
                      </a:pPr>
                      <a:r>
                        <a:rPr lang="ru-RU" sz="1600">
                          <a:effectLst/>
                        </a:rPr>
                        <a:t>10</a:t>
                      </a:r>
                      <a:endParaRPr lang="ru-RU" sz="1600">
                        <a:effectLst/>
                        <a:latin typeface="Calibri" panose="020F0502020204030204" pitchFamily="34" charset="0"/>
                        <a:ea typeface="Calibri" panose="020F0502020204030204" pitchFamily="34" charset="0"/>
                        <a:cs typeface="Times New Roman" panose="02020603050405020304" pitchFamily="18" charset="0"/>
                      </a:endParaRPr>
                    </a:p>
                  </a:txBody>
                  <a:tcPr marL="39180" marR="39180" marT="39180" marB="39180"/>
                </a:tc>
                <a:extLst>
                  <a:ext uri="{0D108BD9-81ED-4DB2-BD59-A6C34878D82A}">
                    <a16:rowId xmlns:a16="http://schemas.microsoft.com/office/drawing/2014/main" val="53753955"/>
                  </a:ext>
                </a:extLst>
              </a:tr>
              <a:tr h="164437">
                <a:tc vMerge="1">
                  <a:txBody>
                    <a:bodyPr/>
                    <a:lstStyle/>
                    <a:p>
                      <a:endParaRPr lang="ru-RU"/>
                    </a:p>
                  </a:txBody>
                  <a:tcPr/>
                </a:tc>
                <a:tc>
                  <a:txBody>
                    <a:bodyPr/>
                    <a:lstStyle/>
                    <a:p>
                      <a:pPr marL="0" marR="0">
                        <a:lnSpc>
                          <a:spcPct val="107000"/>
                        </a:lnSpc>
                        <a:spcBef>
                          <a:spcPts val="1200"/>
                        </a:spcBef>
                        <a:spcAft>
                          <a:spcPts val="0"/>
                        </a:spcAft>
                      </a:pPr>
                      <a:r>
                        <a:rPr lang="ru-RU" sz="1600">
                          <a:effectLst/>
                        </a:rPr>
                        <a:t>IEEE Xplore</a:t>
                      </a:r>
                      <a:endParaRPr lang="ru-RU" sz="1600">
                        <a:effectLst/>
                        <a:latin typeface="Calibri" panose="020F0502020204030204" pitchFamily="34" charset="0"/>
                        <a:ea typeface="Calibri" panose="020F0502020204030204" pitchFamily="34" charset="0"/>
                        <a:cs typeface="Times New Roman" panose="02020603050405020304" pitchFamily="18" charset="0"/>
                      </a:endParaRPr>
                    </a:p>
                  </a:txBody>
                  <a:tcPr marL="39180" marR="39180" marT="39180" marB="39180"/>
                </a:tc>
                <a:tc>
                  <a:txBody>
                    <a:bodyPr/>
                    <a:lstStyle/>
                    <a:p>
                      <a:pPr marL="0" marR="0">
                        <a:lnSpc>
                          <a:spcPct val="107000"/>
                        </a:lnSpc>
                        <a:spcBef>
                          <a:spcPts val="1200"/>
                        </a:spcBef>
                        <a:spcAft>
                          <a:spcPts val="0"/>
                        </a:spcAft>
                      </a:pPr>
                      <a:r>
                        <a:rPr lang="ru-RU" sz="1600">
                          <a:effectLst/>
                        </a:rPr>
                        <a:t>2</a:t>
                      </a:r>
                      <a:endParaRPr lang="ru-RU" sz="1600">
                        <a:effectLst/>
                        <a:latin typeface="Calibri" panose="020F0502020204030204" pitchFamily="34" charset="0"/>
                        <a:ea typeface="Calibri" panose="020F0502020204030204" pitchFamily="34" charset="0"/>
                        <a:cs typeface="Times New Roman" panose="02020603050405020304" pitchFamily="18" charset="0"/>
                      </a:endParaRPr>
                    </a:p>
                  </a:txBody>
                  <a:tcPr marL="39180" marR="39180" marT="39180" marB="39180"/>
                </a:tc>
                <a:extLst>
                  <a:ext uri="{0D108BD9-81ED-4DB2-BD59-A6C34878D82A}">
                    <a16:rowId xmlns:a16="http://schemas.microsoft.com/office/drawing/2014/main" val="467417522"/>
                  </a:ext>
                </a:extLst>
              </a:tr>
              <a:tr h="345526">
                <a:tc rowSpan="3">
                  <a:txBody>
                    <a:bodyPr/>
                    <a:lstStyle/>
                    <a:p>
                      <a:pPr marL="0" marR="0">
                        <a:lnSpc>
                          <a:spcPct val="107000"/>
                        </a:lnSpc>
                        <a:spcBef>
                          <a:spcPts val="1200"/>
                        </a:spcBef>
                        <a:spcAft>
                          <a:spcPts val="0"/>
                        </a:spcAft>
                      </a:pPr>
                      <a:r>
                        <a:rPr lang="en-US" sz="1600">
                          <a:effectLst/>
                        </a:rPr>
                        <a:t>"LiDAR " AND "IMU” AND "CAMERA " AND "GNSS" AND ("SLAM" OR "LOCALIZATION")</a:t>
                      </a:r>
                      <a:endParaRPr lang="ru-RU" sz="1600">
                        <a:effectLst/>
                        <a:latin typeface="Calibri" panose="020F0502020204030204" pitchFamily="34" charset="0"/>
                        <a:ea typeface="Calibri" panose="020F0502020204030204" pitchFamily="34" charset="0"/>
                        <a:cs typeface="Times New Roman" panose="02020603050405020304" pitchFamily="18" charset="0"/>
                      </a:endParaRPr>
                    </a:p>
                  </a:txBody>
                  <a:tcPr marL="39180" marR="39180" marT="39180" marB="39180"/>
                </a:tc>
                <a:tc>
                  <a:txBody>
                    <a:bodyPr/>
                    <a:lstStyle/>
                    <a:p>
                      <a:pPr marL="0" marR="0">
                        <a:lnSpc>
                          <a:spcPct val="107000"/>
                        </a:lnSpc>
                        <a:spcBef>
                          <a:spcPts val="1200"/>
                        </a:spcBef>
                        <a:spcAft>
                          <a:spcPts val="0"/>
                        </a:spcAft>
                      </a:pPr>
                      <a:r>
                        <a:rPr lang="ru-RU" sz="1600">
                          <a:effectLst/>
                        </a:rPr>
                        <a:t>Google Scholar</a:t>
                      </a:r>
                      <a:endParaRPr lang="ru-RU" sz="1600">
                        <a:effectLst/>
                        <a:latin typeface="Calibri" panose="020F0502020204030204" pitchFamily="34" charset="0"/>
                        <a:ea typeface="Calibri" panose="020F0502020204030204" pitchFamily="34" charset="0"/>
                        <a:cs typeface="Times New Roman" panose="02020603050405020304" pitchFamily="18" charset="0"/>
                      </a:endParaRPr>
                    </a:p>
                  </a:txBody>
                  <a:tcPr marL="39180" marR="39180" marT="39180" marB="39180"/>
                </a:tc>
                <a:tc>
                  <a:txBody>
                    <a:bodyPr/>
                    <a:lstStyle/>
                    <a:p>
                      <a:pPr marL="0" marR="0">
                        <a:lnSpc>
                          <a:spcPct val="107000"/>
                        </a:lnSpc>
                        <a:spcBef>
                          <a:spcPts val="1200"/>
                        </a:spcBef>
                        <a:spcAft>
                          <a:spcPts val="0"/>
                        </a:spcAft>
                      </a:pPr>
                      <a:r>
                        <a:rPr lang="ru-RU" sz="1600">
                          <a:effectLst/>
                        </a:rPr>
                        <a:t>119</a:t>
                      </a:r>
                      <a:endParaRPr lang="ru-RU" sz="1600">
                        <a:effectLst/>
                        <a:latin typeface="Calibri" panose="020F0502020204030204" pitchFamily="34" charset="0"/>
                        <a:ea typeface="Calibri" panose="020F0502020204030204" pitchFamily="34" charset="0"/>
                        <a:cs typeface="Times New Roman" panose="02020603050405020304" pitchFamily="18" charset="0"/>
                      </a:endParaRPr>
                    </a:p>
                  </a:txBody>
                  <a:tcPr marL="39180" marR="39180" marT="39180" marB="39180"/>
                </a:tc>
                <a:extLst>
                  <a:ext uri="{0D108BD9-81ED-4DB2-BD59-A6C34878D82A}">
                    <a16:rowId xmlns:a16="http://schemas.microsoft.com/office/drawing/2014/main" val="990659660"/>
                  </a:ext>
                </a:extLst>
              </a:tr>
              <a:tr h="254981">
                <a:tc vMerge="1">
                  <a:txBody>
                    <a:bodyPr/>
                    <a:lstStyle/>
                    <a:p>
                      <a:endParaRPr lang="ru-RU"/>
                    </a:p>
                  </a:txBody>
                  <a:tcPr/>
                </a:tc>
                <a:tc>
                  <a:txBody>
                    <a:bodyPr/>
                    <a:lstStyle/>
                    <a:p>
                      <a:pPr marL="0" marR="0">
                        <a:lnSpc>
                          <a:spcPct val="107000"/>
                        </a:lnSpc>
                        <a:spcBef>
                          <a:spcPts val="1200"/>
                        </a:spcBef>
                        <a:spcAft>
                          <a:spcPts val="0"/>
                        </a:spcAft>
                      </a:pPr>
                      <a:r>
                        <a:rPr lang="ru-RU" sz="1600">
                          <a:effectLst/>
                        </a:rPr>
                        <a:t>Science Direct</a:t>
                      </a:r>
                      <a:endParaRPr lang="ru-RU" sz="1600">
                        <a:effectLst/>
                        <a:latin typeface="Calibri" panose="020F0502020204030204" pitchFamily="34" charset="0"/>
                        <a:ea typeface="Calibri" panose="020F0502020204030204" pitchFamily="34" charset="0"/>
                        <a:cs typeface="Times New Roman" panose="02020603050405020304" pitchFamily="18" charset="0"/>
                      </a:endParaRPr>
                    </a:p>
                  </a:txBody>
                  <a:tcPr marL="39180" marR="39180" marT="39180" marB="39180"/>
                </a:tc>
                <a:tc>
                  <a:txBody>
                    <a:bodyPr/>
                    <a:lstStyle/>
                    <a:p>
                      <a:pPr marL="0" marR="0">
                        <a:lnSpc>
                          <a:spcPct val="107000"/>
                        </a:lnSpc>
                        <a:spcBef>
                          <a:spcPts val="1200"/>
                        </a:spcBef>
                        <a:spcAft>
                          <a:spcPts val="0"/>
                        </a:spcAft>
                      </a:pPr>
                      <a:r>
                        <a:rPr lang="ru-RU" sz="1600">
                          <a:effectLst/>
                        </a:rPr>
                        <a:t>18</a:t>
                      </a:r>
                      <a:endParaRPr lang="ru-RU" sz="1600">
                        <a:effectLst/>
                        <a:latin typeface="Calibri" panose="020F0502020204030204" pitchFamily="34" charset="0"/>
                        <a:ea typeface="Calibri" panose="020F0502020204030204" pitchFamily="34" charset="0"/>
                        <a:cs typeface="Times New Roman" panose="02020603050405020304" pitchFamily="18" charset="0"/>
                      </a:endParaRPr>
                    </a:p>
                  </a:txBody>
                  <a:tcPr marL="39180" marR="39180" marT="39180" marB="39180"/>
                </a:tc>
                <a:extLst>
                  <a:ext uri="{0D108BD9-81ED-4DB2-BD59-A6C34878D82A}">
                    <a16:rowId xmlns:a16="http://schemas.microsoft.com/office/drawing/2014/main" val="1222895912"/>
                  </a:ext>
                </a:extLst>
              </a:tr>
              <a:tr h="164437">
                <a:tc vMerge="1">
                  <a:txBody>
                    <a:bodyPr/>
                    <a:lstStyle/>
                    <a:p>
                      <a:endParaRPr lang="ru-RU"/>
                    </a:p>
                  </a:txBody>
                  <a:tcPr/>
                </a:tc>
                <a:tc>
                  <a:txBody>
                    <a:bodyPr/>
                    <a:lstStyle/>
                    <a:p>
                      <a:pPr marL="0" marR="0">
                        <a:lnSpc>
                          <a:spcPct val="107000"/>
                        </a:lnSpc>
                        <a:spcBef>
                          <a:spcPts val="1200"/>
                        </a:spcBef>
                        <a:spcAft>
                          <a:spcPts val="0"/>
                        </a:spcAft>
                      </a:pPr>
                      <a:r>
                        <a:rPr lang="ru-RU" sz="1600">
                          <a:effectLst/>
                        </a:rPr>
                        <a:t>IEEE Xplore</a:t>
                      </a:r>
                      <a:endParaRPr lang="ru-RU" sz="1600">
                        <a:effectLst/>
                        <a:latin typeface="Calibri" panose="020F0502020204030204" pitchFamily="34" charset="0"/>
                        <a:ea typeface="Calibri" panose="020F0502020204030204" pitchFamily="34" charset="0"/>
                        <a:cs typeface="Times New Roman" panose="02020603050405020304" pitchFamily="18" charset="0"/>
                      </a:endParaRPr>
                    </a:p>
                  </a:txBody>
                  <a:tcPr marL="39180" marR="39180" marT="39180" marB="39180"/>
                </a:tc>
                <a:tc>
                  <a:txBody>
                    <a:bodyPr/>
                    <a:lstStyle/>
                    <a:p>
                      <a:pPr marL="0" marR="0">
                        <a:lnSpc>
                          <a:spcPct val="107000"/>
                        </a:lnSpc>
                        <a:spcBef>
                          <a:spcPts val="1200"/>
                        </a:spcBef>
                        <a:spcAft>
                          <a:spcPts val="0"/>
                        </a:spcAft>
                      </a:pPr>
                      <a:r>
                        <a:rPr lang="ru-RU" sz="1600" dirty="0">
                          <a:effectLst/>
                        </a:rPr>
                        <a:t>1</a:t>
                      </a:r>
                      <a:endParaRPr lang="ru-RU"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39180" marR="39180" marT="39180" marB="39180"/>
                </a:tc>
                <a:extLst>
                  <a:ext uri="{0D108BD9-81ED-4DB2-BD59-A6C34878D82A}">
                    <a16:rowId xmlns:a16="http://schemas.microsoft.com/office/drawing/2014/main" val="3306699718"/>
                  </a:ext>
                </a:extLst>
              </a:tr>
            </a:tbl>
          </a:graphicData>
        </a:graphic>
      </p:graphicFrame>
    </p:spTree>
    <p:extLst>
      <p:ext uri="{BB962C8B-B14F-4D97-AF65-F5344CB8AC3E}">
        <p14:creationId xmlns:p14="http://schemas.microsoft.com/office/powerpoint/2010/main" val="28200772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038D319-C233-4279-89D0-E5E11D99412A}"/>
              </a:ext>
            </a:extLst>
          </p:cNvPr>
          <p:cNvSpPr>
            <a:spLocks noGrp="1"/>
          </p:cNvSpPr>
          <p:nvPr>
            <p:ph type="title"/>
          </p:nvPr>
        </p:nvSpPr>
        <p:spPr/>
        <p:txBody>
          <a:bodyPr/>
          <a:lstStyle/>
          <a:p>
            <a:r>
              <a:rPr lang="en-US" dirty="0"/>
              <a:t>Results section</a:t>
            </a:r>
            <a:endParaRPr lang="ru-RU" dirty="0"/>
          </a:p>
        </p:txBody>
      </p:sp>
      <p:sp>
        <p:nvSpPr>
          <p:cNvPr id="3" name="Объект 2">
            <a:extLst>
              <a:ext uri="{FF2B5EF4-FFF2-40B4-BE49-F238E27FC236}">
                <a16:creationId xmlns:a16="http://schemas.microsoft.com/office/drawing/2014/main" id="{D38A4500-30C0-4AD3-B33A-E45734BB5847}"/>
              </a:ext>
            </a:extLst>
          </p:cNvPr>
          <p:cNvSpPr>
            <a:spLocks noGrp="1"/>
          </p:cNvSpPr>
          <p:nvPr>
            <p:ph idx="1"/>
          </p:nvPr>
        </p:nvSpPr>
        <p:spPr/>
        <p:txBody>
          <a:bodyPr>
            <a:normAutofit lnSpcReduction="10000"/>
          </a:bodyPr>
          <a:lstStyle/>
          <a:p>
            <a:r>
              <a:rPr lang="en-US" dirty="0"/>
              <a:t>Improved research questions</a:t>
            </a:r>
          </a:p>
          <a:p>
            <a:pPr marL="0" indent="0">
              <a:buNone/>
            </a:pPr>
            <a:r>
              <a:rPr lang="en-US" dirty="0"/>
              <a:t>Now it looks this way:</a:t>
            </a:r>
          </a:p>
          <a:p>
            <a:pPr>
              <a:spcAft>
                <a:spcPts val="0"/>
              </a:spcAft>
            </a:pPr>
            <a:r>
              <a:rPr lang="en-US" dirty="0"/>
              <a:t>[RQ1]: What are the state-of-the-art SLAM methods with fused camera and lidar on UAV ?</a:t>
            </a:r>
          </a:p>
          <a:p>
            <a:pPr>
              <a:spcAft>
                <a:spcPts val="0"/>
              </a:spcAft>
            </a:pPr>
            <a:r>
              <a:rPr lang="en-US" dirty="0"/>
              <a:t>[RQ2]: Which methods are used and needed for ground truth in localization and which are their benefits ?</a:t>
            </a:r>
          </a:p>
          <a:p>
            <a:pPr>
              <a:spcAft>
                <a:spcPts val="0"/>
              </a:spcAft>
            </a:pPr>
            <a:r>
              <a:rPr lang="en-US" dirty="0"/>
              <a:t>[RQ3]: Which sensors and algorithms provide optimal efficiency in single-sensor usage and drawbacks of these methods? </a:t>
            </a:r>
          </a:p>
          <a:p>
            <a:r>
              <a:rPr lang="en-US" dirty="0"/>
              <a:t>[RQ4]: What problems will be encountered when using indoor solutions for localizing UAVs in an outdoors environment?</a:t>
            </a:r>
            <a:endParaRPr lang="ru-RU" dirty="0"/>
          </a:p>
        </p:txBody>
      </p:sp>
    </p:spTree>
    <p:extLst>
      <p:ext uri="{BB962C8B-B14F-4D97-AF65-F5344CB8AC3E}">
        <p14:creationId xmlns:p14="http://schemas.microsoft.com/office/powerpoint/2010/main" val="39004088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695B41C-2789-4FE8-8B83-278A3CE14F12}"/>
              </a:ext>
            </a:extLst>
          </p:cNvPr>
          <p:cNvSpPr>
            <a:spLocks noGrp="1"/>
          </p:cNvSpPr>
          <p:nvPr>
            <p:ph type="title"/>
          </p:nvPr>
        </p:nvSpPr>
        <p:spPr/>
        <p:txBody>
          <a:bodyPr>
            <a:normAutofit fontScale="90000"/>
          </a:bodyPr>
          <a:lstStyle/>
          <a:p>
            <a:r>
              <a:rPr lang="en-US" dirty="0"/>
              <a:t>RQ1: What are the state-of-the-art SLAM methods with fused camera and lidar?</a:t>
            </a:r>
            <a:br>
              <a:rPr lang="en-US" dirty="0"/>
            </a:br>
            <a:endParaRPr lang="ru-RU" dirty="0"/>
          </a:p>
        </p:txBody>
      </p:sp>
      <p:sp>
        <p:nvSpPr>
          <p:cNvPr id="3" name="Объект 2">
            <a:extLst>
              <a:ext uri="{FF2B5EF4-FFF2-40B4-BE49-F238E27FC236}">
                <a16:creationId xmlns:a16="http://schemas.microsoft.com/office/drawing/2014/main" id="{FC83B568-3B18-4A52-8232-4E5180B88D24}"/>
              </a:ext>
            </a:extLst>
          </p:cNvPr>
          <p:cNvSpPr>
            <a:spLocks noGrp="1"/>
          </p:cNvSpPr>
          <p:nvPr>
            <p:ph idx="1"/>
          </p:nvPr>
        </p:nvSpPr>
        <p:spPr/>
        <p:txBody>
          <a:bodyPr>
            <a:normAutofit/>
          </a:bodyPr>
          <a:lstStyle/>
          <a:p>
            <a:pPr marL="0" indent="0" algn="just" rtl="0">
              <a:spcBef>
                <a:spcPts val="0"/>
              </a:spcBef>
              <a:spcAft>
                <a:spcPts val="800"/>
              </a:spcAft>
              <a:buNone/>
            </a:pPr>
            <a:r>
              <a:rPr lang="en-US" sz="2000" b="0" i="0" u="none" strike="noStrike" dirty="0">
                <a:solidFill>
                  <a:srgbClr val="000000"/>
                </a:solidFill>
                <a:effectLst/>
              </a:rPr>
              <a:t>  </a:t>
            </a:r>
            <a:r>
              <a:rPr lang="en-US" sz="2000" dirty="0"/>
              <a:t>Starting from this inquiry we looked specifically for papers that illustrate the latest technologies of SLAM using the varied set of fused sensors such as LIDAR, Camera, IMU, GPS. During our search in databases, we found many studies focusing on SLAM as a whole topic, and others on either localization or mapping.</a:t>
            </a:r>
          </a:p>
          <a:p>
            <a:pPr marL="0" indent="0" algn="just" rtl="0">
              <a:spcBef>
                <a:spcPts val="0"/>
              </a:spcBef>
              <a:spcAft>
                <a:spcPts val="800"/>
              </a:spcAft>
              <a:buNone/>
            </a:pPr>
            <a:r>
              <a:rPr lang="en-US" sz="2000" dirty="0"/>
              <a:t>       For these main three  categories, we found that there are common patterns between the  researchers in terms of the methodologies that they followed. In 7, 2, 1 the researchers attempted to utilize multi sensors such as IMU, LIDAR, Camera, but used different algorithms to integrate them together. The main difference detected is that unlike Mapping and Localization, there isn't a single study that focuses on utilizing a single sensor. </a:t>
            </a:r>
          </a:p>
          <a:p>
            <a:pPr marL="0" indent="0" algn="just" rtl="0">
              <a:spcBef>
                <a:spcPts val="0"/>
              </a:spcBef>
              <a:spcAft>
                <a:spcPts val="800"/>
              </a:spcAft>
              <a:buNone/>
            </a:pPr>
            <a:r>
              <a:rPr lang="en-US" sz="2000" dirty="0"/>
              <a:t>           The idea of the aforementioned point is to show the importance of selecting the right algorithm as  a major factor of determining the target of the sensor fusion process, notwithstanding that the same set is used in each different category.</a:t>
            </a:r>
            <a:br>
              <a:rPr lang="en-US" sz="2000" dirty="0"/>
            </a:br>
            <a:endParaRPr lang="ru-RU" sz="2000" dirty="0"/>
          </a:p>
        </p:txBody>
      </p:sp>
    </p:spTree>
    <p:extLst>
      <p:ext uri="{BB962C8B-B14F-4D97-AF65-F5344CB8AC3E}">
        <p14:creationId xmlns:p14="http://schemas.microsoft.com/office/powerpoint/2010/main" val="28117926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851649F-CC64-4D8C-ABD2-445D88B950DC}"/>
              </a:ext>
            </a:extLst>
          </p:cNvPr>
          <p:cNvSpPr>
            <a:spLocks noGrp="1"/>
          </p:cNvSpPr>
          <p:nvPr>
            <p:ph type="title"/>
          </p:nvPr>
        </p:nvSpPr>
        <p:spPr/>
        <p:txBody>
          <a:bodyPr/>
          <a:lstStyle/>
          <a:p>
            <a:r>
              <a:rPr lang="en-US" dirty="0"/>
              <a:t>And more and more and more</a:t>
            </a:r>
            <a:endParaRPr lang="ru-RU" dirty="0"/>
          </a:p>
        </p:txBody>
      </p:sp>
      <p:sp>
        <p:nvSpPr>
          <p:cNvPr id="3" name="Объект 2">
            <a:extLst>
              <a:ext uri="{FF2B5EF4-FFF2-40B4-BE49-F238E27FC236}">
                <a16:creationId xmlns:a16="http://schemas.microsoft.com/office/drawing/2014/main" id="{756669DA-C6D2-4F86-B4CE-4C65F80C7EA7}"/>
              </a:ext>
            </a:extLst>
          </p:cNvPr>
          <p:cNvSpPr>
            <a:spLocks noGrp="1"/>
          </p:cNvSpPr>
          <p:nvPr>
            <p:ph idx="1"/>
          </p:nvPr>
        </p:nvSpPr>
        <p:spPr/>
        <p:txBody>
          <a:bodyPr/>
          <a:lstStyle/>
          <a:p>
            <a:r>
              <a:rPr lang="en-US" dirty="0"/>
              <a:t>It is not cool to place all text into slides, so, lets go to out text</a:t>
            </a:r>
            <a:endParaRPr lang="ru-RU" dirty="0"/>
          </a:p>
        </p:txBody>
      </p:sp>
    </p:spTree>
    <p:extLst>
      <p:ext uri="{BB962C8B-B14F-4D97-AF65-F5344CB8AC3E}">
        <p14:creationId xmlns:p14="http://schemas.microsoft.com/office/powerpoint/2010/main" val="2247573831"/>
      </p:ext>
    </p:extLst>
  </p:cSld>
  <p:clrMapOvr>
    <a:masterClrMapping/>
  </p:clrMapOvr>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60</TotalTime>
  <Words>593</Words>
  <Application>Microsoft Office PowerPoint</Application>
  <PresentationFormat>Широкоэкранный</PresentationFormat>
  <Paragraphs>66</Paragraphs>
  <Slides>9</Slides>
  <Notes>0</Notes>
  <HiddenSlides>0</HiddenSlides>
  <MMClips>0</MMClips>
  <ScaleCrop>false</ScaleCrop>
  <HeadingPairs>
    <vt:vector size="6" baseType="variant">
      <vt:variant>
        <vt:lpstr>Использованные шрифты</vt:lpstr>
      </vt:variant>
      <vt:variant>
        <vt:i4>3</vt:i4>
      </vt:variant>
      <vt:variant>
        <vt:lpstr>Тема</vt:lpstr>
      </vt:variant>
      <vt:variant>
        <vt:i4>1</vt:i4>
      </vt:variant>
      <vt:variant>
        <vt:lpstr>Заголовки слайдов</vt:lpstr>
      </vt:variant>
      <vt:variant>
        <vt:i4>9</vt:i4>
      </vt:variant>
    </vt:vector>
  </HeadingPairs>
  <TitlesOfParts>
    <vt:vector size="13" baseType="lpstr">
      <vt:lpstr>Arial</vt:lpstr>
      <vt:lpstr>Calibri</vt:lpstr>
      <vt:lpstr>Calibri Light</vt:lpstr>
      <vt:lpstr>Тема Office</vt:lpstr>
      <vt:lpstr>Week 10 Report for Systematic Literature Review</vt:lpstr>
      <vt:lpstr>Goals for week 10</vt:lpstr>
      <vt:lpstr>Overall fixes</vt:lpstr>
      <vt:lpstr>Methodology revision</vt:lpstr>
      <vt:lpstr>Diagram</vt:lpstr>
      <vt:lpstr>Selection process</vt:lpstr>
      <vt:lpstr>Results section</vt:lpstr>
      <vt:lpstr>RQ1: What are the state-of-the-art SLAM methods with fused camera and lidar? </vt:lpstr>
      <vt:lpstr>And more and more and more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Week 10 Report for Systematic Literature Review</dc:title>
  <dc:creator>Vladimir Klepikov</dc:creator>
  <cp:lastModifiedBy>Vladimir Klepikov</cp:lastModifiedBy>
  <cp:revision>5</cp:revision>
  <dcterms:created xsi:type="dcterms:W3CDTF">2023-03-30T11:51:16Z</dcterms:created>
  <dcterms:modified xsi:type="dcterms:W3CDTF">2023-03-30T12:51:19Z</dcterms:modified>
</cp:coreProperties>
</file>
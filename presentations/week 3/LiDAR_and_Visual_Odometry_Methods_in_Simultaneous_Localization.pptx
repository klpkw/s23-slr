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59D0F7-0994-D327-83C4-2A3C2E4F3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437627D-ACCD-6CAC-E7D0-7B77E7FF9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0EBABC-767C-F1D5-5FD0-53C65BC5B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03A4F-EE7F-4A8A-9DEE-345470D2029E}" type="datetimeFigureOut">
              <a:rPr lang="ru-RU" smtClean="0"/>
              <a:t>09.02.2023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7FED96-0339-C027-20B6-F3677C930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7FC9E9-F54D-F4BB-B0EE-64DA25ADA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FDE78-3B20-4C41-A561-401B34DE21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4810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262308-6F02-D3EA-C112-A2E2CD52D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9D0A24-3608-4135-8B80-B061E553E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02F8BB-7148-8E84-317E-0A37D0849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03A4F-EE7F-4A8A-9DEE-345470D2029E}" type="datetimeFigureOut">
              <a:rPr lang="ru-RU" smtClean="0"/>
              <a:t>09.02.2023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3EE789-5B85-C5AC-4466-9D65CE821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45840E-F837-C4CE-B3F6-68749F84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FDE78-3B20-4C41-A561-401B34DE21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0930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23AB7B-DB3F-57E9-029D-10F972D61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04E7C8-32F1-0F8A-CCD2-829087C13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A849E3-DCE3-9D29-F020-236676C8D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03A4F-EE7F-4A8A-9DEE-345470D2029E}" type="datetimeFigureOut">
              <a:rPr lang="ru-RU" smtClean="0"/>
              <a:t>09.02.2023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3D5CC5-8471-0F3A-C2C1-D9E963278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33F81E-730A-6B61-3AD6-1440B58BF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FDE78-3B20-4C41-A561-401B34DE21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3349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55F675-E40E-4807-113C-C347C3F09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87B175-AD2C-5308-FB1C-1A3CFE1334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A3FBABE-0828-3F10-FF3C-A387634EAE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2F649FA-C3BB-460C-907F-E40901279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03A4F-EE7F-4A8A-9DEE-345470D2029E}" type="datetimeFigureOut">
              <a:rPr lang="ru-RU" smtClean="0"/>
              <a:t>09.02.2023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7C2EFBC-261B-96AC-AF6B-76516D911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4F77ACC-9578-E9B0-0589-3E618BB7D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FDE78-3B20-4C41-A561-401B34DE21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6282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FCAF90-430D-667E-3C19-7ACB91E86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705121-6EF6-55D4-7656-8361FDC86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8B1636B-FD46-9A0E-D32D-B54445BDD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8562A91-ABE6-C40D-7FA9-8B013CAFDD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CEB814D-1F26-7D58-87A0-50301942D7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24D1307-8B28-68CF-323B-7D02D1136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03A4F-EE7F-4A8A-9DEE-345470D2029E}" type="datetimeFigureOut">
              <a:rPr lang="ru-RU" smtClean="0"/>
              <a:t>09.02.2023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DC32E5F-31F8-D271-91F4-87D57F6CE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6410A19-6EC1-B48F-8CD8-32A9F6460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FDE78-3B20-4C41-A561-401B34DE21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2616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DF94A-4197-E104-362A-411758EED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C63C0C7-AEDE-D5AB-79AC-96FC4A1ED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03A4F-EE7F-4A8A-9DEE-345470D2029E}" type="datetimeFigureOut">
              <a:rPr lang="ru-RU" smtClean="0"/>
              <a:t>09.02.2023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CD1F5D5-EE29-F21D-AC4F-8777BCA6B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BEF7A0-86FF-391D-DC5E-2D0B8709F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FDE78-3B20-4C41-A561-401B34DE21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330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601CCDB-DFBA-9B74-F32D-33BF7B61A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03A4F-EE7F-4A8A-9DEE-345470D2029E}" type="datetimeFigureOut">
              <a:rPr lang="ru-RU" smtClean="0"/>
              <a:t>09.02.2023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05AC4E1-3EA8-F318-B4E5-9FFF40EBD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F992E06-D3E5-A7C2-E6B9-44AB5B447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FDE78-3B20-4C41-A561-401B34DE21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8535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5A5283-71B3-E5D3-08BA-50D7C6414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380376-FAA5-A44E-7C12-B7F3B57DF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AEC404A-1877-EA4D-B7C4-D476D9110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F6CA6E5-66D6-3425-94D0-97F16DACE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03A4F-EE7F-4A8A-9DEE-345470D2029E}" type="datetimeFigureOut">
              <a:rPr lang="ru-RU" smtClean="0"/>
              <a:t>09.02.2023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DEC014E-8D48-3E2C-A4B4-36925962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5BFB36-CBC6-74ED-20EA-13D97996E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FDE78-3B20-4C41-A561-401B34DE21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2187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4BD389-7E3D-6085-8418-152E6B362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247122D-E39E-1B38-113B-94B2CE0F27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D19C22B-2E2E-8973-623A-D46DAB9F3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4FE028B-2FE3-8EED-CDF5-86781491D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03A4F-EE7F-4A8A-9DEE-345470D2029E}" type="datetimeFigureOut">
              <a:rPr lang="ru-RU" smtClean="0"/>
              <a:t>09.02.2023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FD39EC0-2921-8804-E49F-D61BA27C9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01DB31D-0E54-7353-D0A4-A35B5952A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FDE78-3B20-4C41-A561-401B34DE21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2162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0C56C2-261E-A80D-4A60-FAA8EC99F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8372B6-7048-EDC6-7A12-94F05D9E5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F87A33-B374-7654-778B-D8CACF5A4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03A4F-EE7F-4A8A-9DEE-345470D2029E}" type="datetimeFigureOut">
              <a:rPr lang="ru-RU" smtClean="0"/>
              <a:t>09.02.2023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846169-B80E-5809-6051-566E00364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27D7CB-19F2-9C71-0F91-B4C9A1620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FDE78-3B20-4C41-A561-401B34DE21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1213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8891A4B-F9A8-A344-E733-235A474EDC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2A958E6-A103-16E8-EB6F-41148DC760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E310D3-4FD1-7C99-5D60-38486F16E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03A4F-EE7F-4A8A-9DEE-345470D2029E}" type="datetimeFigureOut">
              <a:rPr lang="ru-RU" smtClean="0"/>
              <a:t>09.02.2023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C8BA2B-310F-1CA3-BB04-C54094CEA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6DA158-E648-D2AA-264A-246FAA3FA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FDE78-3B20-4C41-A561-401B34DE21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8944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B3D2B6-7065-FA9C-3E07-FCAF1C017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BA01C6C-E873-3516-F277-CFF69679B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115F22-A15E-5C3F-950A-2F2ACD8177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03A4F-EE7F-4A8A-9DEE-345470D2029E}" type="datetimeFigureOut">
              <a:rPr lang="ru-RU" smtClean="0"/>
              <a:t>09.02.2023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316296-DA08-2217-F12A-BE7DADD06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09151D-ED19-B193-8537-6B62F20DC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FDE78-3B20-4C41-A561-401B34DE21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7158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9C2521-E98D-4E04-E961-B56098CFDD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LiDAR and Visual Odometry Methods in Simultaneous Localization and Mapping for Unmanned Aerial Vehicles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A9995E-6186-76BE-76A2-AAB4E5BBBB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47712"/>
            <a:ext cx="9144000" cy="810087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Oleg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Ostapovich</a:t>
            </a:r>
            <a:r>
              <a:rPr lang="en-US" b="0" i="0" dirty="0">
                <a:effectLst/>
                <a:latin typeface="Arial" panose="020B0604020202020204" pitchFamily="34" charset="0"/>
              </a:rPr>
              <a:t>, Vladimir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Klepikov</a:t>
            </a:r>
            <a:r>
              <a:rPr lang="en-US" b="0" i="0" dirty="0">
                <a:effectLst/>
                <a:latin typeface="Arial" panose="020B0604020202020204" pitchFamily="34" charset="0"/>
              </a:rPr>
              <a:t>, Mark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Vishnevskiy</a:t>
            </a:r>
            <a:r>
              <a:rPr lang="en-US" b="0" i="0" dirty="0">
                <a:effectLst/>
                <a:latin typeface="Arial" panose="020B0604020202020204" pitchFamily="34" charset="0"/>
              </a:rPr>
              <a:t>, Amir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Zakirov</a:t>
            </a:r>
            <a:r>
              <a:rPr lang="en-US" b="0" i="0" dirty="0">
                <a:effectLst/>
                <a:latin typeface="Arial" panose="020B0604020202020204" pitchFamily="34" charset="0"/>
              </a:rPr>
              <a:t>, and Abdul Rahman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Takriti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6509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F24370-426C-EF8D-19B2-42B357CCF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0CF61B-61F4-26D1-8F4C-02C0A90A4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RQ1: What are the state-of-the-art SLAM methods with fused camera and lidar?</a:t>
            </a:r>
          </a:p>
          <a:p>
            <a:endParaRPr lang="en-US" dirty="0"/>
          </a:p>
          <a:p>
            <a:r>
              <a:rPr lang="en-US" dirty="0"/>
              <a:t>RQ2: What methods are used as ground truth for UAVs?</a:t>
            </a:r>
          </a:p>
          <a:p>
            <a:endParaRPr lang="en-US" dirty="0"/>
          </a:p>
          <a:p>
            <a:r>
              <a:rPr lang="en-US" dirty="0"/>
              <a:t>RQ3: What are the advantages and disadvantages of localization using a single sensor?</a:t>
            </a:r>
          </a:p>
          <a:p>
            <a:endParaRPr lang="en-US" dirty="0"/>
          </a:p>
          <a:p>
            <a:r>
              <a:rPr lang="en-US" dirty="0"/>
              <a:t>RQ4: What are the problems of using indoor solutions for the UAV problem?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3817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58F267-70EB-A835-E2E0-CB9878DDB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PICO</a:t>
            </a:r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07A3BB3D-E00F-2360-0C15-15EB10EC8A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2572893"/>
              </p:ext>
            </p:extLst>
          </p:nvPr>
        </p:nvGraphicFramePr>
        <p:xfrm>
          <a:off x="838200" y="2757780"/>
          <a:ext cx="10515600" cy="2160001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313373">
                  <a:extLst>
                    <a:ext uri="{9D8B030D-6E8A-4147-A177-3AD203B41FA5}">
                      <a16:colId xmlns:a16="http://schemas.microsoft.com/office/drawing/2014/main" val="617196097"/>
                    </a:ext>
                  </a:extLst>
                </a:gridCol>
                <a:gridCol w="8202227">
                  <a:extLst>
                    <a:ext uri="{9D8B030D-6E8A-4147-A177-3AD203B41FA5}">
                      <a16:colId xmlns:a16="http://schemas.microsoft.com/office/drawing/2014/main" val="254910962"/>
                    </a:ext>
                  </a:extLst>
                </a:gridCol>
              </a:tblGrid>
              <a:tr h="788866">
                <a:tc>
                  <a:txBody>
                    <a:bodyPr/>
                    <a:lstStyle/>
                    <a:p>
                      <a:r>
                        <a:rPr lang="en-US" b="0" dirty="0"/>
                        <a:t>The Patient problem or Population: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The inaccuracy of existing methods and the need for constant communication with GPS satellites</a:t>
                      </a:r>
                      <a:endParaRPr lang="ru-RU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618882"/>
                  </a:ext>
                </a:extLst>
              </a:tr>
              <a:tr h="4570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Intervention: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Combination of lidar, camera, IMU and GNSS for robust and trouble-free positioning</a:t>
                      </a:r>
                      <a:endParaRPr lang="ru-RU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2444966"/>
                  </a:ext>
                </a:extLst>
              </a:tr>
              <a:tr h="4570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Comparison: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SLAM algorithms based on a single sensor; odometry algorithms for indoor work</a:t>
                      </a:r>
                      <a:endParaRPr lang="ru-RU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5824006"/>
                  </a:ext>
                </a:extLst>
              </a:tr>
              <a:tr h="4570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Outcome:</a:t>
                      </a:r>
                      <a:endParaRPr lang="ru-RU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A set of methods and solutions that work with UAV</a:t>
                      </a:r>
                      <a:endParaRPr lang="ru-RU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4286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2586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34DBD4-6161-15C5-6AB8-EF65E03CD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5FA7D2-21CD-DEA1-B8A9-E3435100D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SLAM</a:t>
            </a:r>
          </a:p>
          <a:p>
            <a:r>
              <a:rPr lang="en-US" dirty="0"/>
              <a:t>Visual Odometry</a:t>
            </a:r>
          </a:p>
          <a:p>
            <a:r>
              <a:rPr lang="en-US" dirty="0"/>
              <a:t>Lidar Odometry</a:t>
            </a:r>
          </a:p>
          <a:p>
            <a:r>
              <a:rPr lang="en-US" dirty="0"/>
              <a:t>UAV </a:t>
            </a:r>
          </a:p>
          <a:p>
            <a:r>
              <a:rPr lang="en-US" dirty="0"/>
              <a:t>Navigation</a:t>
            </a:r>
          </a:p>
          <a:p>
            <a:r>
              <a:rPr lang="en-US" dirty="0"/>
              <a:t>Sensor fusion</a:t>
            </a:r>
          </a:p>
          <a:p>
            <a:r>
              <a:rPr lang="en-US" dirty="0"/>
              <a:t>Mapping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26509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</Words>
  <Application>Microsoft Office PowerPoint</Application>
  <PresentationFormat>Широкоэкранный</PresentationFormat>
  <Paragraphs>27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LiDAR and Visual Odometry Methods in Simultaneous Localization and Mapping for Unmanned Aerial Vehicles</vt:lpstr>
      <vt:lpstr>Research questions</vt:lpstr>
      <vt:lpstr>PICO</vt:lpstr>
      <vt:lpstr>Keywords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LiDAR and Visual Odometry Methods in Simultaneous Localization and Mapping for Unmanned Aerial Vehicles</dc:title>
  <dc:creator>Олег Остапович</dc:creator>
  <cp:lastModifiedBy>Олег Остапович</cp:lastModifiedBy>
  <cp:revision>1</cp:revision>
  <dcterms:created xsi:type="dcterms:W3CDTF">2023-02-09T08:43:23Z</dcterms:created>
  <dcterms:modified xsi:type="dcterms:W3CDTF">2023-02-09T08:43:29Z</dcterms:modified>
</cp:coreProperties>
</file>
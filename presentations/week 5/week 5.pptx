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B1E09-0A0E-498D-B8AD-F0EBAFED8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A26AF14-B231-4605-BB61-0DA6AD9151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848998-CB97-4BFD-8C6C-140A85B6A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D01F0-6AD5-4732-9981-FDD0DE8C0DA2}" type="datetimeFigureOut">
              <a:rPr lang="ru-RU" smtClean="0"/>
              <a:t>01.03.2023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0C94E6A-E28D-4F65-B63C-DDA7F18A1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F471E6-41FB-44EA-BC31-FC73BDF1C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AE62D-0AAD-47DB-9023-623A7BE799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1448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F3E60C-31C3-4008-884A-A3E9B2BF8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3C7C44-496F-400A-B699-47C73A485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D2FF480-6762-4D1E-A785-2BE46AB9A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D01F0-6AD5-4732-9981-FDD0DE8C0DA2}" type="datetimeFigureOut">
              <a:rPr lang="ru-RU" smtClean="0"/>
              <a:t>01.03.2023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554472-C4B1-46FB-9178-099BBAAB7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18F3DC-721C-45B5-8A7C-83986C064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AE62D-0AAD-47DB-9023-623A7BE799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7354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F0090B-B4F0-42BE-ABF5-40743A202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18B4CE-1DE2-4C84-A5C0-67E7A3FB7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C258A85-1FF7-4D39-97A2-ECF74275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D01F0-6AD5-4732-9981-FDD0DE8C0DA2}" type="datetimeFigureOut">
              <a:rPr lang="ru-RU" smtClean="0"/>
              <a:t>01.03.2023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0F71DE2-674A-41A7-87A0-443FDD895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7319AD-4E65-46F5-A55E-7AAF2F81A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AE62D-0AAD-47DB-9023-623A7BE799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9182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2726F2-3A13-4312-894A-C69C8B5B5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368D31-AB0D-4F4E-BEB2-4EAA88DED1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7AA88F8-A8A4-4FA9-80F0-D682591C3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081041D-715E-47BA-B840-A33C50DA9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D01F0-6AD5-4732-9981-FDD0DE8C0DA2}" type="datetimeFigureOut">
              <a:rPr lang="ru-RU" smtClean="0"/>
              <a:t>01.03.2023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12A6115-7F13-4A5F-A1F5-627E49846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AE741DE-F856-4488-976F-F82323AFD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AE62D-0AAD-47DB-9023-623A7BE799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3908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74B5BA-B0D9-42ED-9D25-9A207FEDE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EE85203-975A-475E-849C-15D3848097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2A89DC1-6139-43B3-A648-8B981BD4A1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AA357C4-B9D9-4D17-A826-736B6A692C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F6D92BD-6AAA-49A3-BEE7-AB2708C061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54F8F43-F453-42B5-B140-BCD8BABCE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D01F0-6AD5-4732-9981-FDD0DE8C0DA2}" type="datetimeFigureOut">
              <a:rPr lang="ru-RU" smtClean="0"/>
              <a:t>01.03.2023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9FC027D-4346-487E-A930-168994A1C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6083125-77F0-40D4-8136-6BB2A0522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AE62D-0AAD-47DB-9023-623A7BE799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9192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69913C-7471-4046-B101-F35168CD6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1D70252-9BC8-478A-9107-A6E417975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D01F0-6AD5-4732-9981-FDD0DE8C0DA2}" type="datetimeFigureOut">
              <a:rPr lang="ru-RU" smtClean="0"/>
              <a:t>01.03.2023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2382147-3AB9-4A4F-BA5E-0155C157F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4CE8358-D6EC-4C22-A1DF-1107F8E7F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AE62D-0AAD-47DB-9023-623A7BE799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7144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BDC029F-A00A-4F27-8E11-A80A21C7D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D01F0-6AD5-4732-9981-FDD0DE8C0DA2}" type="datetimeFigureOut">
              <a:rPr lang="ru-RU" smtClean="0"/>
              <a:t>01.03.2023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BDB0BD0-C6CB-4EE8-8E82-27B85F17A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EDA8C7D-4CB3-413A-B001-396E0872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AE62D-0AAD-47DB-9023-623A7BE799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7408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9D1D4F-E7F1-4751-9331-3F211928B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C714DB-D0FE-4B13-9E32-E47796E39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F2A13DC-2F19-4341-8B3D-CD6B7830E4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485178B-EFB7-4F8F-AD43-C0933292F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D01F0-6AD5-4732-9981-FDD0DE8C0DA2}" type="datetimeFigureOut">
              <a:rPr lang="ru-RU" smtClean="0"/>
              <a:t>01.03.2023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4576E4A-817D-4A1B-BF46-8F0C9723A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E1192CE-0E64-4217-AA92-15DA40011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AE62D-0AAD-47DB-9023-623A7BE799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1729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35DFC3-B8BD-4EBD-A474-2A80493F8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9B1A23F-F125-4DF8-89BC-DBCB35058E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10E480-9C14-4905-A15D-7502D9B22D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B67FED1-BF20-4B08-B65E-57EAEA723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D01F0-6AD5-4732-9981-FDD0DE8C0DA2}" type="datetimeFigureOut">
              <a:rPr lang="ru-RU" smtClean="0"/>
              <a:t>01.03.2023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532ED0F-78C8-47E6-BA62-F37682137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626C2A2-E7F6-449E-8BB8-ADB48C0F2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AE62D-0AAD-47DB-9023-623A7BE799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9751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9EDDC7-43BA-436F-AA13-9D092C2D3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8F8A5ED-0DA9-4CCE-9021-315BDF40F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42115EC-662B-47C9-84E8-02A406200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D01F0-6AD5-4732-9981-FDD0DE8C0DA2}" type="datetimeFigureOut">
              <a:rPr lang="ru-RU" smtClean="0"/>
              <a:t>01.03.2023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C000791-92B0-45A6-B9B6-DC52F432E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ECE371-7C08-4A8C-82FB-0D4487433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AE62D-0AAD-47DB-9023-623A7BE799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375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F9447B1-2323-4776-9A7A-A4B54B59B8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E14E13F-389A-4B8A-A794-3FF3A97E11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CFB133-DA81-4E64-8113-B582FCF05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D01F0-6AD5-4732-9981-FDD0DE8C0DA2}" type="datetimeFigureOut">
              <a:rPr lang="ru-RU" smtClean="0"/>
              <a:t>01.03.2023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75BD02-3D9F-4E97-9F19-6718120D6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523BC9-627B-4B69-9289-C7F8EEF83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AE62D-0AAD-47DB-9023-623A7BE799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3685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D43284-5AFB-4DD2-BC53-227BDF872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92F1132-F926-4FB3-B95D-0E4867EBE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209DB84-AAAA-4CDD-B63B-E5F9B0E946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4D01F0-6AD5-4732-9981-FDD0DE8C0DA2}" type="datetimeFigureOut">
              <a:rPr lang="ru-RU" smtClean="0"/>
              <a:t>01.03.2023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13C0E7-41C3-45CA-B245-311988DE37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FEDCA49-08D6-4353-8C82-1FF968DFF0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9AE62D-0AAD-47DB-9023-623A7BE799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1130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8C38C4-E7F1-4A72-8E95-2A9D9778BD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Week 5 Report</a:t>
            </a:r>
            <a:br>
              <a:rPr lang="en-US" dirty="0"/>
            </a:br>
            <a:r>
              <a:rPr lang="en-US" dirty="0"/>
              <a:t>for Systematic Literature</a:t>
            </a:r>
            <a:br>
              <a:rPr lang="en-US" dirty="0"/>
            </a:br>
            <a:r>
              <a:rPr lang="en-US" dirty="0"/>
              <a:t>Review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97B91E0-FA91-48B1-A196-75E4E70AB1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Oleg Ostapovich, Vladimir Klepikov, Mark Vishnevsky, Amir Zakirov, and Abdul Rahman Takriti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0335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8A26AE-AA4E-49E1-88C8-EA21423E8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state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28BBD1-7C55-4327-BB74-F16041C7C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Theme: LiDAR and Visual Odometry Methods in Simultaneous Localization and Mapping for Unmanned Aerial Vehicles</a:t>
            </a:r>
          </a:p>
          <a:p>
            <a:r>
              <a:rPr lang="en-US" dirty="0"/>
              <a:t>Articles count: 35?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6485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F557EE-BDF7-4127-8921-1195CCE7D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Fixes from previous week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02141F-78E3-437C-A4CE-EAB78D10D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Databases</a:t>
            </a:r>
          </a:p>
          <a:p>
            <a:r>
              <a:rPr lang="en-US" dirty="0"/>
              <a:t>Search queries </a:t>
            </a:r>
          </a:p>
          <a:p>
            <a:r>
              <a:rPr lang="en-US" dirty="0"/>
              <a:t>Info about articles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96104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7621FE-45FD-4D1C-B8D8-4828CCA59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Databases fix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432BA0-6878-4C43-8311-4A657AD7E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Now we use:</a:t>
            </a:r>
          </a:p>
          <a:p>
            <a:r>
              <a:rPr lang="en-US" dirty="0"/>
              <a:t>Google Scholar (mostly by Oleg and Vladimir)</a:t>
            </a:r>
          </a:p>
          <a:p>
            <a:r>
              <a:rPr lang="en-US" dirty="0"/>
              <a:t>Science Direct (mostly by Amir)</a:t>
            </a:r>
          </a:p>
          <a:p>
            <a:r>
              <a:rPr lang="en-US" dirty="0"/>
              <a:t>IEEE (mostly by Abdul)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46645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242486-B0FC-40D6-8C1A-5509FE8FB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queries fix and numbers of articles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9D0E8D-E679-4857-BB83-CEA811F692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3725"/>
            <a:ext cx="10515600" cy="4351338"/>
          </a:xfrm>
        </p:spPr>
        <p:txBody>
          <a:bodyPr/>
          <a:lstStyle/>
          <a:p>
            <a:r>
              <a:rPr lang="en-US" dirty="0"/>
              <a:t>("SLAM" OR "LIDAR" OR "CAMERA") AND ("UAV" OR "drone") AND ("mapping" OR "odometry") – 334 papers</a:t>
            </a:r>
          </a:p>
          <a:p>
            <a:r>
              <a:rPr lang="en-US" dirty="0"/>
              <a:t>"SLAM" AND ("LIDAR" OR "CAMERA") AND ("UAV" OR "drone") AND ("mapping" OR "odometry") – 37 papers</a:t>
            </a:r>
          </a:p>
          <a:p>
            <a:r>
              <a:rPr lang="en-US" dirty="0"/>
              <a:t>("Odometry" OR "localization" OR "mapping" OR "Odometry" OR "SLAM") AND ("Camera" OR "</a:t>
            </a:r>
            <a:r>
              <a:rPr lang="en-US" dirty="0" err="1"/>
              <a:t>imu</a:t>
            </a:r>
            <a:r>
              <a:rPr lang="en-US" dirty="0"/>
              <a:t>" OR "lidar" OR "</a:t>
            </a:r>
            <a:r>
              <a:rPr lang="en-US" dirty="0" err="1"/>
              <a:t>gnss"or</a:t>
            </a:r>
            <a:r>
              <a:rPr lang="en-US" dirty="0"/>
              <a:t> </a:t>
            </a:r>
            <a:r>
              <a:rPr lang="en-US" dirty="0" err="1"/>
              <a:t>gps</a:t>
            </a:r>
            <a:r>
              <a:rPr lang="en-US" dirty="0"/>
              <a:t>) – 413 papers</a:t>
            </a:r>
          </a:p>
          <a:p>
            <a:r>
              <a:rPr lang="en-US" dirty="0"/>
              <a:t>"SLAM" AND "LiDAR" AND "odometry" AND "UAV“ – 4 papers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1947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65AB6C-06BA-43C8-A134-1AD2FCB41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 about articles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1D31D6-406B-4A4D-946D-C93B59AFB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Now we collect and write such info about articles:</a:t>
            </a:r>
          </a:p>
          <a:p>
            <a:pPr marL="514350" indent="-514350">
              <a:buAutoNum type="arabicPeriod"/>
            </a:pPr>
            <a:r>
              <a:rPr lang="en-US" dirty="0"/>
              <a:t>Contributor – who research this</a:t>
            </a:r>
          </a:p>
          <a:p>
            <a:pPr marL="514350" indent="-514350">
              <a:buAutoNum type="arabicPeriod"/>
            </a:pPr>
            <a:r>
              <a:rPr lang="en-US" dirty="0"/>
              <a:t>Title, link, authors, publication year – just info</a:t>
            </a:r>
          </a:p>
          <a:p>
            <a:pPr marL="514350" indent="-514350">
              <a:buAutoNum type="arabicPeriod"/>
            </a:pPr>
            <a:r>
              <a:rPr lang="en-US" dirty="0"/>
              <a:t>Main topics – kind of keywords</a:t>
            </a:r>
          </a:p>
          <a:p>
            <a:pPr marL="514350" indent="-514350">
              <a:buAutoNum type="arabicPeriod"/>
            </a:pPr>
            <a:r>
              <a:rPr lang="en-US" dirty="0"/>
              <a:t>Major findings – main idea of paper, produced by author of this paper</a:t>
            </a:r>
          </a:p>
          <a:p>
            <a:pPr marL="514350" indent="-514350">
              <a:buAutoNum type="arabicPeriod"/>
            </a:pPr>
            <a:r>
              <a:rPr lang="en-US" dirty="0"/>
              <a:t>Outcomes – what we think useful for our paper</a:t>
            </a:r>
          </a:p>
          <a:p>
            <a:pPr marL="514350" indent="-514350">
              <a:buAutoNum type="arabicPeriod"/>
            </a:pPr>
            <a:r>
              <a:rPr lang="en-US" dirty="0"/>
              <a:t>Possible developments – what authors of paper want to discuss and some ideas for our future works</a:t>
            </a:r>
          </a:p>
          <a:p>
            <a:pPr marL="514350" indent="-514350">
              <a:buAutoNum type="arabicPeriod"/>
            </a:pPr>
            <a:r>
              <a:rPr lang="en-US" dirty="0"/>
              <a:t>Notes, data, hours for reading – service info</a:t>
            </a:r>
          </a:p>
          <a:p>
            <a:pPr marL="514350" indent="-514350"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99308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FC90FD-9A22-42B8-98CB-2B3319687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Article list: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F0DD52-77BF-41DB-89B3-F22E97828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42042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1009</TotalTime>
  <Words>300</Words>
  <Application>Microsoft Office PowerPoint</Application>
  <PresentationFormat>Широкоэкранный</PresentationFormat>
  <Paragraphs>29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Office</vt:lpstr>
      <vt:lpstr>Week 5 Report for Systematic Literature Review</vt:lpstr>
      <vt:lpstr>Current state</vt:lpstr>
      <vt:lpstr>Fixes from previous week</vt:lpstr>
      <vt:lpstr>Databases fix</vt:lpstr>
      <vt:lpstr>Search queries fix and numbers of articles</vt:lpstr>
      <vt:lpstr>Info about articles</vt:lpstr>
      <vt:lpstr>Article list: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Vladimir Klepikov</dc:creator>
  <cp:lastModifiedBy>Vladimir Klepikov</cp:lastModifiedBy>
  <cp:revision>11</cp:revision>
  <dcterms:created xsi:type="dcterms:W3CDTF">2023-03-01T18:16:14Z</dcterms:created>
  <dcterms:modified xsi:type="dcterms:W3CDTF">2023-03-02T11:06:10Z</dcterms:modified>
</cp:coreProperties>
</file>